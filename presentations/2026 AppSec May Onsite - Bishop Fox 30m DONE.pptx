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0" r:id="rId5"/>
  </p:sldMasterIdLst>
  <p:notesMasterIdLst>
    <p:notesMasterId r:id="rId14"/>
  </p:notesMasterIdLst>
  <p:handoutMasterIdLst>
    <p:handoutMasterId r:id="rId15"/>
  </p:handoutMasterIdLst>
  <p:sldIdLst>
    <p:sldId id="850" r:id="rId6"/>
    <p:sldId id="854" r:id="rId7"/>
    <p:sldId id="857" r:id="rId8"/>
    <p:sldId id="873" r:id="rId9"/>
    <p:sldId id="874" r:id="rId10"/>
    <p:sldId id="876" r:id="rId11"/>
    <p:sldId id="875" r:id="rId12"/>
    <p:sldId id="869" r:id="rId13"/>
  </p:sldIdLst>
  <p:sldSz cx="12192000" cy="6858000"/>
  <p:notesSz cx="68580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800" kern="1200">
        <a:solidFill>
          <a:srgbClr val="003366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800" kern="1200">
        <a:solidFill>
          <a:srgbClr val="003366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800" kern="1200">
        <a:solidFill>
          <a:srgbClr val="003366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800" kern="1200">
        <a:solidFill>
          <a:srgbClr val="003366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800" kern="1200">
        <a:solidFill>
          <a:srgbClr val="003366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800" kern="1200">
        <a:solidFill>
          <a:srgbClr val="003366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800" kern="1200">
        <a:solidFill>
          <a:srgbClr val="003366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800" kern="1200">
        <a:solidFill>
          <a:srgbClr val="003366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800" kern="1200">
        <a:solidFill>
          <a:srgbClr val="003366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816AB1FE-7A0B-4D3B-B8A2-11298DB480C3}">
          <p14:sldIdLst>
            <p14:sldId id="850"/>
            <p14:sldId id="854"/>
            <p14:sldId id="857"/>
            <p14:sldId id="873"/>
            <p14:sldId id="874"/>
            <p14:sldId id="876"/>
            <p14:sldId id="875"/>
            <p14:sldId id="869"/>
          </p14:sldIdLst>
        </p14:section>
        <p14:section name="Appendix" id="{9FB23AE7-9FEB-4A00-8F27-C299081056D6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20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errie Jennings" initials="TJ" lastIdx="1" clrIdx="0">
    <p:extLst>
      <p:ext uri="{19B8F6BF-5375-455C-9EA6-DF929625EA0E}">
        <p15:presenceInfo xmlns:p15="http://schemas.microsoft.com/office/powerpoint/2012/main" userId="S-1-5-21-805777034-2026243614-620655208-164001" providerId="AD"/>
      </p:ext>
    </p:extLst>
  </p:cmAuthor>
  <p:cmAuthor id="2" name="Adam Munger" initials="AM" lastIdx="1" clrIdx="1">
    <p:extLst>
      <p:ext uri="{19B8F6BF-5375-455C-9EA6-DF929625EA0E}">
        <p15:presenceInfo xmlns:p15="http://schemas.microsoft.com/office/powerpoint/2012/main" userId="S::AdamMunger@bftg.com::ce04a5c5-321b-4724-be9d-5e750e95cdec" providerId="AD"/>
      </p:ext>
    </p:extLst>
  </p:cmAuthor>
  <p:cmAuthor id="3" name="Terrie Jennings" initials="TJ [2]" lastIdx="2" clrIdx="2">
    <p:extLst>
      <p:ext uri="{19B8F6BF-5375-455C-9EA6-DF929625EA0E}">
        <p15:presenceInfo xmlns:p15="http://schemas.microsoft.com/office/powerpoint/2012/main" userId="S::terrijennings@bftg.com::ca200743-bc5e-4eb0-b4b1-a6262666d88d" providerId="AD"/>
      </p:ext>
    </p:extLst>
  </p:cmAuthor>
  <p:cmAuthor id="4" name="Rob Freeman" initials="RF" lastIdx="3" clrIdx="3">
    <p:extLst>
      <p:ext uri="{19B8F6BF-5375-455C-9EA6-DF929625EA0E}">
        <p15:presenceInfo xmlns:p15="http://schemas.microsoft.com/office/powerpoint/2012/main" userId="S::RobertFreeman@bftg.com::400228c1-7b1d-4db0-8bed-872cab6e748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7CE"/>
    <a:srgbClr val="FFCC66"/>
    <a:srgbClr val="FFFF99"/>
    <a:srgbClr val="FFFFCC"/>
    <a:srgbClr val="FBFBFB"/>
    <a:srgbClr val="FFFFFF"/>
    <a:srgbClr val="F3F7FC"/>
    <a:srgbClr val="FF0000"/>
    <a:srgbClr val="339933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CA824C-DDE9-4156-9730-4CB8E2BFE652}" v="92" dt="2026-04-28T18:37:58.081"/>
    <p1510:client id="{912088A7-6FEE-49FE-80DB-607F74A21562}" v="16" dt="2026-04-28T21:17:13.9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>
        <p:guide orient="horz" pos="120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928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ry Post" userId="3f530ee7-1750-4c16-8a11-5c6ebeb3e15f" providerId="ADAL" clId="{D11670C1-A326-4B7E-A4A3-6F1E29230AED}"/>
    <pc:docChg chg="undo custSel addSld delSld modSld sldOrd modSection">
      <pc:chgData name="Henry Post" userId="3f530ee7-1750-4c16-8a11-5c6ebeb3e15f" providerId="ADAL" clId="{D11670C1-A326-4B7E-A4A3-6F1E29230AED}" dt="2026-04-29T18:01:34.097" v="17206" actId="20577"/>
      <pc:docMkLst>
        <pc:docMk/>
      </pc:docMkLst>
      <pc:sldChg chg="modSp mod">
        <pc:chgData name="Henry Post" userId="3f530ee7-1750-4c16-8a11-5c6ebeb3e15f" providerId="ADAL" clId="{D11670C1-A326-4B7E-A4A3-6F1E29230AED}" dt="2026-04-28T20:33:17.291" v="14242" actId="20577"/>
        <pc:sldMkLst>
          <pc:docMk/>
          <pc:sldMk cId="3296201293" sldId="850"/>
        </pc:sldMkLst>
        <pc:spChg chg="mod">
          <ac:chgData name="Henry Post" userId="3f530ee7-1750-4c16-8a11-5c6ebeb3e15f" providerId="ADAL" clId="{D11670C1-A326-4B7E-A4A3-6F1E29230AED}" dt="2026-04-28T20:33:17.291" v="14242" actId="20577"/>
          <ac:spMkLst>
            <pc:docMk/>
            <pc:sldMk cId="3296201293" sldId="850"/>
            <ac:spMk id="2" creationId="{00000000-0000-0000-0000-000000000000}"/>
          </ac:spMkLst>
        </pc:spChg>
      </pc:sldChg>
      <pc:sldChg chg="addSp delSp modSp mod">
        <pc:chgData name="Henry Post" userId="3f530ee7-1750-4c16-8a11-5c6ebeb3e15f" providerId="ADAL" clId="{D11670C1-A326-4B7E-A4A3-6F1E29230AED}" dt="2026-04-24T21:28:37.881" v="4272" actId="20577"/>
        <pc:sldMkLst>
          <pc:docMk/>
          <pc:sldMk cId="3605476898" sldId="854"/>
        </pc:sldMkLst>
        <pc:spChg chg="mod">
          <ac:chgData name="Henry Post" userId="3f530ee7-1750-4c16-8a11-5c6ebeb3e15f" providerId="ADAL" clId="{D11670C1-A326-4B7E-A4A3-6F1E29230AED}" dt="2026-04-24T21:28:37.881" v="4272" actId="20577"/>
          <ac:spMkLst>
            <pc:docMk/>
            <pc:sldMk cId="3605476898" sldId="854"/>
            <ac:spMk id="6146" creationId="{E0808C00-1929-5C84-C1EA-20546BA30D6D}"/>
          </ac:spMkLst>
        </pc:spChg>
        <pc:spChg chg="mod">
          <ac:chgData name="Henry Post" userId="3f530ee7-1750-4c16-8a11-5c6ebeb3e15f" providerId="ADAL" clId="{D11670C1-A326-4B7E-A4A3-6F1E29230AED}" dt="2026-04-24T20:27:13.749" v="110" actId="20577"/>
          <ac:spMkLst>
            <pc:docMk/>
            <pc:sldMk cId="3605476898" sldId="854"/>
            <ac:spMk id="7172" creationId="{C788B9A5-B3F6-C730-AD96-0264E5286950}"/>
          </ac:spMkLst>
        </pc:spChg>
        <pc:picChg chg="add mod">
          <ac:chgData name="Henry Post" userId="3f530ee7-1750-4c16-8a11-5c6ebeb3e15f" providerId="ADAL" clId="{D11670C1-A326-4B7E-A4A3-6F1E29230AED}" dt="2026-04-24T20:35:16.945" v="850" actId="1076"/>
          <ac:picMkLst>
            <pc:docMk/>
            <pc:sldMk cId="3605476898" sldId="854"/>
            <ac:picMk id="1026" creationId="{19FAF136-D8B0-91AD-D145-633D53E92D4C}"/>
          </ac:picMkLst>
        </pc:picChg>
      </pc:sldChg>
      <pc:sldChg chg="addSp delSp modSp add mod ord modShow">
        <pc:chgData name="Henry Post" userId="3f530ee7-1750-4c16-8a11-5c6ebeb3e15f" providerId="ADAL" clId="{D11670C1-A326-4B7E-A4A3-6F1E29230AED}" dt="2026-04-28T20:25:57.238" v="13368" actId="3626"/>
        <pc:sldMkLst>
          <pc:docMk/>
          <pc:sldMk cId="3257043653" sldId="857"/>
        </pc:sldMkLst>
        <pc:spChg chg="add del mod">
          <ac:chgData name="Henry Post" userId="3f530ee7-1750-4c16-8a11-5c6ebeb3e15f" providerId="ADAL" clId="{D11670C1-A326-4B7E-A4A3-6F1E29230AED}" dt="2026-04-28T19:21:31.122" v="12849" actId="478"/>
          <ac:spMkLst>
            <pc:docMk/>
            <pc:sldMk cId="3257043653" sldId="857"/>
            <ac:spMk id="3" creationId="{E3D5D194-CEF7-3367-B0F1-56C05C0D8B28}"/>
          </ac:spMkLst>
        </pc:spChg>
        <pc:spChg chg="add mod">
          <ac:chgData name="Henry Post" userId="3f530ee7-1750-4c16-8a11-5c6ebeb3e15f" providerId="ADAL" clId="{D11670C1-A326-4B7E-A4A3-6F1E29230AED}" dt="2026-04-28T20:25:57.238" v="13368" actId="3626"/>
          <ac:spMkLst>
            <pc:docMk/>
            <pc:sldMk cId="3257043653" sldId="857"/>
            <ac:spMk id="4" creationId="{8919B02E-3201-9280-039A-5B5FCB641622}"/>
          </ac:spMkLst>
        </pc:spChg>
        <pc:spChg chg="mod">
          <ac:chgData name="Henry Post" userId="3f530ee7-1750-4c16-8a11-5c6ebeb3e15f" providerId="ADAL" clId="{D11670C1-A326-4B7E-A4A3-6F1E29230AED}" dt="2026-04-28T20:25:44.928" v="13367" actId="20577"/>
          <ac:spMkLst>
            <pc:docMk/>
            <pc:sldMk cId="3257043653" sldId="857"/>
            <ac:spMk id="6146" creationId="{16C0C474-2A6C-00CA-E22A-37E81C9B278F}"/>
          </ac:spMkLst>
        </pc:spChg>
        <pc:spChg chg="mod">
          <ac:chgData name="Henry Post" userId="3f530ee7-1750-4c16-8a11-5c6ebeb3e15f" providerId="ADAL" clId="{D11670C1-A326-4B7E-A4A3-6F1E29230AED}" dt="2026-04-28T19:21:25.408" v="12847" actId="20577"/>
          <ac:spMkLst>
            <pc:docMk/>
            <pc:sldMk cId="3257043653" sldId="857"/>
            <ac:spMk id="7172" creationId="{31C1C048-0648-3308-DDE2-2728D2268F83}"/>
          </ac:spMkLst>
        </pc:spChg>
      </pc:sldChg>
      <pc:sldChg chg="addSp modSp add del mod modShow">
        <pc:chgData name="Henry Post" userId="3f530ee7-1750-4c16-8a11-5c6ebeb3e15f" providerId="ADAL" clId="{D11670C1-A326-4B7E-A4A3-6F1E29230AED}" dt="2026-04-28T20:33:47.413" v="14274" actId="47"/>
        <pc:sldMkLst>
          <pc:docMk/>
          <pc:sldMk cId="3196405577" sldId="863"/>
        </pc:sldMkLst>
      </pc:sldChg>
      <pc:sldChg chg="addSp delSp modSp add del mod modShow">
        <pc:chgData name="Henry Post" userId="3f530ee7-1750-4c16-8a11-5c6ebeb3e15f" providerId="ADAL" clId="{D11670C1-A326-4B7E-A4A3-6F1E29230AED}" dt="2026-04-28T20:33:49.663" v="14275" actId="47"/>
        <pc:sldMkLst>
          <pc:docMk/>
          <pc:sldMk cId="3889943681" sldId="864"/>
        </pc:sldMkLst>
      </pc:sldChg>
      <pc:sldChg chg="addSp delSp modSp add del mod modShow">
        <pc:chgData name="Henry Post" userId="3f530ee7-1750-4c16-8a11-5c6ebeb3e15f" providerId="ADAL" clId="{D11670C1-A326-4B7E-A4A3-6F1E29230AED}" dt="2026-04-28T20:33:51.282" v="14276" actId="47"/>
        <pc:sldMkLst>
          <pc:docMk/>
          <pc:sldMk cId="2830990664" sldId="865"/>
        </pc:sldMkLst>
      </pc:sldChg>
      <pc:sldChg chg="addSp delSp modSp add del mod modShow">
        <pc:chgData name="Henry Post" userId="3f530ee7-1750-4c16-8a11-5c6ebeb3e15f" providerId="ADAL" clId="{D11670C1-A326-4B7E-A4A3-6F1E29230AED}" dt="2026-04-28T20:33:52.235" v="14277" actId="47"/>
        <pc:sldMkLst>
          <pc:docMk/>
          <pc:sldMk cId="4245741702" sldId="866"/>
        </pc:sldMkLst>
      </pc:sldChg>
      <pc:sldChg chg="delSp modSp add del mod modShow">
        <pc:chgData name="Henry Post" userId="3f530ee7-1750-4c16-8a11-5c6ebeb3e15f" providerId="ADAL" clId="{D11670C1-A326-4B7E-A4A3-6F1E29230AED}" dt="2026-04-28T20:33:52.789" v="14278" actId="47"/>
        <pc:sldMkLst>
          <pc:docMk/>
          <pc:sldMk cId="275161081" sldId="867"/>
        </pc:sldMkLst>
        <pc:spChg chg="mod">
          <ac:chgData name="Henry Post" userId="3f530ee7-1750-4c16-8a11-5c6ebeb3e15f" providerId="ADAL" clId="{D11670C1-A326-4B7E-A4A3-6F1E29230AED}" dt="2026-04-28T18:41:54.884" v="12803" actId="6549"/>
          <ac:spMkLst>
            <pc:docMk/>
            <pc:sldMk cId="275161081" sldId="867"/>
            <ac:spMk id="6146" creationId="{B9905930-B868-7C56-2869-AF88FA165EC4}"/>
          </ac:spMkLst>
        </pc:spChg>
      </pc:sldChg>
      <pc:sldChg chg="addSp delSp modSp add del mod modShow">
        <pc:chgData name="Henry Post" userId="3f530ee7-1750-4c16-8a11-5c6ebeb3e15f" providerId="ADAL" clId="{D11670C1-A326-4B7E-A4A3-6F1E29230AED}" dt="2026-04-28T20:33:53.342" v="14279" actId="47"/>
        <pc:sldMkLst>
          <pc:docMk/>
          <pc:sldMk cId="4082892204" sldId="868"/>
        </pc:sldMkLst>
        <pc:spChg chg="add del">
          <ac:chgData name="Henry Post" userId="3f530ee7-1750-4c16-8a11-5c6ebeb3e15f" providerId="ADAL" clId="{D11670C1-A326-4B7E-A4A3-6F1E29230AED}" dt="2026-04-28T14:49:18.048" v="11142" actId="478"/>
          <ac:spMkLst>
            <pc:docMk/>
            <pc:sldMk cId="4082892204" sldId="868"/>
            <ac:spMk id="4" creationId="{D4FE6CBB-6B2C-ADB8-E3B4-C744C26CD21E}"/>
          </ac:spMkLst>
        </pc:spChg>
      </pc:sldChg>
      <pc:sldChg chg="modSp add mod modShow">
        <pc:chgData name="Henry Post" userId="3f530ee7-1750-4c16-8a11-5c6ebeb3e15f" providerId="ADAL" clId="{D11670C1-A326-4B7E-A4A3-6F1E29230AED}" dt="2026-04-29T17:59:07.447" v="16955" actId="34476"/>
        <pc:sldMkLst>
          <pc:docMk/>
          <pc:sldMk cId="1539428675" sldId="869"/>
        </pc:sldMkLst>
        <pc:spChg chg="mod">
          <ac:chgData name="Henry Post" userId="3f530ee7-1750-4c16-8a11-5c6ebeb3e15f" providerId="ADAL" clId="{D11670C1-A326-4B7E-A4A3-6F1E29230AED}" dt="2026-04-28T21:21:42.372" v="16954" actId="20577"/>
          <ac:spMkLst>
            <pc:docMk/>
            <pc:sldMk cId="1539428675" sldId="869"/>
            <ac:spMk id="6146" creationId="{45065208-8C86-C06C-7E66-6B0BC56BE601}"/>
          </ac:spMkLst>
        </pc:spChg>
        <pc:spChg chg="mod">
          <ac:chgData name="Henry Post" userId="3f530ee7-1750-4c16-8a11-5c6ebeb3e15f" providerId="ADAL" clId="{D11670C1-A326-4B7E-A4A3-6F1E29230AED}" dt="2026-04-28T20:33:59.003" v="14300" actId="20577"/>
          <ac:spMkLst>
            <pc:docMk/>
            <pc:sldMk cId="1539428675" sldId="869"/>
            <ac:spMk id="7172" creationId="{A3D0844A-9DA2-6D8B-A0CB-A160390AD659}"/>
          </ac:spMkLst>
        </pc:spChg>
      </pc:sldChg>
      <pc:sldChg chg="addSp delSp modSp add del mod modShow">
        <pc:chgData name="Henry Post" userId="3f530ee7-1750-4c16-8a11-5c6ebeb3e15f" providerId="ADAL" clId="{D11670C1-A326-4B7E-A4A3-6F1E29230AED}" dt="2026-04-28T20:33:53.802" v="14280" actId="47"/>
        <pc:sldMkLst>
          <pc:docMk/>
          <pc:sldMk cId="3040155060" sldId="870"/>
        </pc:sldMkLst>
        <pc:spChg chg="add mod">
          <ac:chgData name="Henry Post" userId="3f530ee7-1750-4c16-8a11-5c6ebeb3e15f" providerId="ADAL" clId="{D11670C1-A326-4B7E-A4A3-6F1E29230AED}" dt="2026-04-28T14:51:52.318" v="11442" actId="1076"/>
          <ac:spMkLst>
            <pc:docMk/>
            <pc:sldMk cId="3040155060" sldId="870"/>
            <ac:spMk id="4" creationId="{223FD20F-027C-3EE0-77A7-2F578406699F}"/>
          </ac:spMkLst>
        </pc:spChg>
        <pc:spChg chg="add del">
          <ac:chgData name="Henry Post" userId="3f530ee7-1750-4c16-8a11-5c6ebeb3e15f" providerId="ADAL" clId="{D11670C1-A326-4B7E-A4A3-6F1E29230AED}" dt="2026-04-28T14:52:07.216" v="11445" actId="22"/>
          <ac:spMkLst>
            <pc:docMk/>
            <pc:sldMk cId="3040155060" sldId="870"/>
            <ac:spMk id="7" creationId="{3D6CE002-8CE4-E1E3-5E11-CD4736C24F48}"/>
          </ac:spMkLst>
        </pc:spChg>
        <pc:spChg chg="add mod">
          <ac:chgData name="Henry Post" userId="3f530ee7-1750-4c16-8a11-5c6ebeb3e15f" providerId="ADAL" clId="{D11670C1-A326-4B7E-A4A3-6F1E29230AED}" dt="2026-04-28T14:52:23.287" v="11468" actId="14100"/>
          <ac:spMkLst>
            <pc:docMk/>
            <pc:sldMk cId="3040155060" sldId="870"/>
            <ac:spMk id="8" creationId="{D3DA9BD8-CD2A-7600-6421-EE7682D79623}"/>
          </ac:spMkLst>
        </pc:spChg>
        <pc:spChg chg="add mod">
          <ac:chgData name="Henry Post" userId="3f530ee7-1750-4c16-8a11-5c6ebeb3e15f" providerId="ADAL" clId="{D11670C1-A326-4B7E-A4A3-6F1E29230AED}" dt="2026-04-28T14:53:17.917" v="11485" actId="207"/>
          <ac:spMkLst>
            <pc:docMk/>
            <pc:sldMk cId="3040155060" sldId="870"/>
            <ac:spMk id="9" creationId="{E78F1672-02FD-CB95-9B14-6E455C2552CC}"/>
          </ac:spMkLst>
        </pc:spChg>
        <pc:spChg chg="add">
          <ac:chgData name="Henry Post" userId="3f530ee7-1750-4c16-8a11-5c6ebeb3e15f" providerId="ADAL" clId="{D11670C1-A326-4B7E-A4A3-6F1E29230AED}" dt="2026-04-28T14:52:36.448" v="11472"/>
          <ac:spMkLst>
            <pc:docMk/>
            <pc:sldMk cId="3040155060" sldId="870"/>
            <ac:spMk id="10" creationId="{E68A48EF-0607-A0ED-67DF-9CA6786E6F2B}"/>
          </ac:spMkLst>
        </pc:spChg>
        <pc:spChg chg="add">
          <ac:chgData name="Henry Post" userId="3f530ee7-1750-4c16-8a11-5c6ebeb3e15f" providerId="ADAL" clId="{D11670C1-A326-4B7E-A4A3-6F1E29230AED}" dt="2026-04-28T14:52:39.184" v="11473"/>
          <ac:spMkLst>
            <pc:docMk/>
            <pc:sldMk cId="3040155060" sldId="870"/>
            <ac:spMk id="11" creationId="{186C1B08-49A2-9DA8-FA6F-CD0551373A0A}"/>
          </ac:spMkLst>
        </pc:spChg>
        <pc:spChg chg="add">
          <ac:chgData name="Henry Post" userId="3f530ee7-1750-4c16-8a11-5c6ebeb3e15f" providerId="ADAL" clId="{D11670C1-A326-4B7E-A4A3-6F1E29230AED}" dt="2026-04-28T14:52:41.514" v="11474"/>
          <ac:spMkLst>
            <pc:docMk/>
            <pc:sldMk cId="3040155060" sldId="870"/>
            <ac:spMk id="12" creationId="{6006DA03-7A27-1D34-3B7C-E16822D3926E}"/>
          </ac:spMkLst>
        </pc:spChg>
        <pc:spChg chg="add">
          <ac:chgData name="Henry Post" userId="3f530ee7-1750-4c16-8a11-5c6ebeb3e15f" providerId="ADAL" clId="{D11670C1-A326-4B7E-A4A3-6F1E29230AED}" dt="2026-04-28T14:52:52.107" v="11478"/>
          <ac:spMkLst>
            <pc:docMk/>
            <pc:sldMk cId="3040155060" sldId="870"/>
            <ac:spMk id="13" creationId="{34122F1D-7F46-210E-715A-30270817C701}"/>
          </ac:spMkLst>
        </pc:spChg>
        <pc:spChg chg="mod">
          <ac:chgData name="Henry Post" userId="3f530ee7-1750-4c16-8a11-5c6ebeb3e15f" providerId="ADAL" clId="{D11670C1-A326-4B7E-A4A3-6F1E29230AED}" dt="2026-04-28T14:52:03.021" v="11443" actId="14100"/>
          <ac:spMkLst>
            <pc:docMk/>
            <pc:sldMk cId="3040155060" sldId="870"/>
            <ac:spMk id="6146" creationId="{0DDBE745-CCC3-54ED-315C-69E50DDD8BEC}"/>
          </ac:spMkLst>
        </pc:spChg>
        <pc:spChg chg="mod">
          <ac:chgData name="Henry Post" userId="3f530ee7-1750-4c16-8a11-5c6ebeb3e15f" providerId="ADAL" clId="{D11670C1-A326-4B7E-A4A3-6F1E29230AED}" dt="2026-04-28T14:49:26.658" v="11178" actId="20577"/>
          <ac:spMkLst>
            <pc:docMk/>
            <pc:sldMk cId="3040155060" sldId="870"/>
            <ac:spMk id="7172" creationId="{7B93F400-156A-16B6-7831-C1FC9E42A1E9}"/>
          </ac:spMkLst>
        </pc:spChg>
        <pc:picChg chg="del">
          <ac:chgData name="Henry Post" userId="3f530ee7-1750-4c16-8a11-5c6ebeb3e15f" providerId="ADAL" clId="{D11670C1-A326-4B7E-A4A3-6F1E29230AED}" dt="2026-04-28T14:49:28.537" v="11180" actId="478"/>
          <ac:picMkLst>
            <pc:docMk/>
            <pc:sldMk cId="3040155060" sldId="870"/>
            <ac:picMk id="3" creationId="{D9A73FE8-86C5-B16A-EE8C-B4C185593ABE}"/>
          </ac:picMkLst>
        </pc:picChg>
        <pc:picChg chg="del">
          <ac:chgData name="Henry Post" userId="3f530ee7-1750-4c16-8a11-5c6ebeb3e15f" providerId="ADAL" clId="{D11670C1-A326-4B7E-A4A3-6F1E29230AED}" dt="2026-04-28T14:49:28.058" v="11179" actId="478"/>
          <ac:picMkLst>
            <pc:docMk/>
            <pc:sldMk cId="3040155060" sldId="870"/>
            <ac:picMk id="5" creationId="{A530DB62-EE2E-362A-4BA4-A0768DE65C98}"/>
          </ac:picMkLst>
        </pc:picChg>
        <pc:picChg chg="add mod">
          <ac:chgData name="Henry Post" userId="3f530ee7-1750-4c16-8a11-5c6ebeb3e15f" providerId="ADAL" clId="{D11670C1-A326-4B7E-A4A3-6F1E29230AED}" dt="2026-04-28T14:50:34.390" v="11381" actId="1076"/>
          <ac:picMkLst>
            <pc:docMk/>
            <pc:sldMk cId="3040155060" sldId="870"/>
            <ac:picMk id="1026" creationId="{1E59FD09-60A7-8111-BE75-6571B45864E4}"/>
          </ac:picMkLst>
        </pc:picChg>
      </pc:sldChg>
      <pc:sldChg chg="addSp delSp modSp add del mod modShow">
        <pc:chgData name="Henry Post" userId="3f530ee7-1750-4c16-8a11-5c6ebeb3e15f" providerId="ADAL" clId="{D11670C1-A326-4B7E-A4A3-6F1E29230AED}" dt="2026-04-28T20:33:54.368" v="14281" actId="47"/>
        <pc:sldMkLst>
          <pc:docMk/>
          <pc:sldMk cId="3659624751" sldId="871"/>
        </pc:sldMkLst>
        <pc:spChg chg="del">
          <ac:chgData name="Henry Post" userId="3f530ee7-1750-4c16-8a11-5c6ebeb3e15f" providerId="ADAL" clId="{D11670C1-A326-4B7E-A4A3-6F1E29230AED}" dt="2026-04-28T14:53:32.633" v="11519" actId="478"/>
          <ac:spMkLst>
            <pc:docMk/>
            <pc:sldMk cId="3659624751" sldId="871"/>
            <ac:spMk id="4" creationId="{B631089E-6C1D-6F09-4813-4257A24BA7E5}"/>
          </ac:spMkLst>
        </pc:spChg>
        <pc:spChg chg="add mod">
          <ac:chgData name="Henry Post" userId="3f530ee7-1750-4c16-8a11-5c6ebeb3e15f" providerId="ADAL" clId="{D11670C1-A326-4B7E-A4A3-6F1E29230AED}" dt="2026-04-28T18:39:22.757" v="12718" actId="1076"/>
          <ac:spMkLst>
            <pc:docMk/>
            <pc:sldMk cId="3659624751" sldId="871"/>
            <ac:spMk id="7" creationId="{53C111F2-286A-6BAD-BEF9-EA81B0C7E04D}"/>
          </ac:spMkLst>
        </pc:spChg>
        <pc:spChg chg="del">
          <ac:chgData name="Henry Post" userId="3f530ee7-1750-4c16-8a11-5c6ebeb3e15f" providerId="ADAL" clId="{D11670C1-A326-4B7E-A4A3-6F1E29230AED}" dt="2026-04-28T14:53:31.899" v="11518" actId="478"/>
          <ac:spMkLst>
            <pc:docMk/>
            <pc:sldMk cId="3659624751" sldId="871"/>
            <ac:spMk id="8" creationId="{4F8DADA6-1265-3388-20BF-2C79B66F5DFF}"/>
          </ac:spMkLst>
        </pc:spChg>
        <pc:spChg chg="del">
          <ac:chgData name="Henry Post" userId="3f530ee7-1750-4c16-8a11-5c6ebeb3e15f" providerId="ADAL" clId="{D11670C1-A326-4B7E-A4A3-6F1E29230AED}" dt="2026-04-28T14:53:33.530" v="11520" actId="478"/>
          <ac:spMkLst>
            <pc:docMk/>
            <pc:sldMk cId="3659624751" sldId="871"/>
            <ac:spMk id="9" creationId="{378FD89D-FAA4-384E-BC0F-486BCAF52F00}"/>
          </ac:spMkLst>
        </pc:spChg>
        <pc:spChg chg="mod">
          <ac:chgData name="Henry Post" userId="3f530ee7-1750-4c16-8a11-5c6ebeb3e15f" providerId="ADAL" clId="{D11670C1-A326-4B7E-A4A3-6F1E29230AED}" dt="2026-04-28T18:40:08.147" v="12797" actId="20577"/>
          <ac:spMkLst>
            <pc:docMk/>
            <pc:sldMk cId="3659624751" sldId="871"/>
            <ac:spMk id="6146" creationId="{96FFB14C-6546-975F-B4FD-B616DF3B9436}"/>
          </ac:spMkLst>
        </pc:spChg>
        <pc:spChg chg="mod">
          <ac:chgData name="Henry Post" userId="3f530ee7-1750-4c16-8a11-5c6ebeb3e15f" providerId="ADAL" clId="{D11670C1-A326-4B7E-A4A3-6F1E29230AED}" dt="2026-04-28T14:53:29.416" v="11516" actId="20577"/>
          <ac:spMkLst>
            <pc:docMk/>
            <pc:sldMk cId="3659624751" sldId="871"/>
            <ac:spMk id="7172" creationId="{66232DA4-62C6-D13E-8027-017B816521BD}"/>
          </ac:spMkLst>
        </pc:spChg>
        <pc:picChg chg="add mod">
          <ac:chgData name="Henry Post" userId="3f530ee7-1750-4c16-8a11-5c6ebeb3e15f" providerId="ADAL" clId="{D11670C1-A326-4B7E-A4A3-6F1E29230AED}" dt="2026-04-28T18:35:16.689" v="12335" actId="1076"/>
          <ac:picMkLst>
            <pc:docMk/>
            <pc:sldMk cId="3659624751" sldId="871"/>
            <ac:picMk id="3" creationId="{15390511-2D47-332D-F74D-6A0285BA41EE}"/>
          </ac:picMkLst>
        </pc:picChg>
        <pc:picChg chg="add mod">
          <ac:chgData name="Henry Post" userId="3f530ee7-1750-4c16-8a11-5c6ebeb3e15f" providerId="ADAL" clId="{D11670C1-A326-4B7E-A4A3-6F1E29230AED}" dt="2026-04-28T18:35:13.716" v="12334" actId="1076"/>
          <ac:picMkLst>
            <pc:docMk/>
            <pc:sldMk cId="3659624751" sldId="871"/>
            <ac:picMk id="5" creationId="{6E93C43C-255E-03E9-5448-5746791A40FD}"/>
          </ac:picMkLst>
        </pc:picChg>
        <pc:picChg chg="del">
          <ac:chgData name="Henry Post" userId="3f530ee7-1750-4c16-8a11-5c6ebeb3e15f" providerId="ADAL" clId="{D11670C1-A326-4B7E-A4A3-6F1E29230AED}" dt="2026-04-28T14:53:29.955" v="11517" actId="478"/>
          <ac:picMkLst>
            <pc:docMk/>
            <pc:sldMk cId="3659624751" sldId="871"/>
            <ac:picMk id="1026" creationId="{4F9A86C7-B964-6083-BECF-05BA5248B6AC}"/>
          </ac:picMkLst>
        </pc:picChg>
      </pc:sldChg>
      <pc:sldChg chg="add del">
        <pc:chgData name="Henry Post" userId="3f530ee7-1750-4c16-8a11-5c6ebeb3e15f" providerId="ADAL" clId="{D11670C1-A326-4B7E-A4A3-6F1E29230AED}" dt="2026-04-28T20:33:46.492" v="14273" actId="47"/>
        <pc:sldMkLst>
          <pc:docMk/>
          <pc:sldMk cId="851350413" sldId="872"/>
        </pc:sldMkLst>
      </pc:sldChg>
      <pc:sldChg chg="addSp delSp modSp add mod">
        <pc:chgData name="Henry Post" userId="3f530ee7-1750-4c16-8a11-5c6ebeb3e15f" providerId="ADAL" clId="{D11670C1-A326-4B7E-A4A3-6F1E29230AED}" dt="2026-04-28T20:33:31.002" v="14272" actId="20577"/>
        <pc:sldMkLst>
          <pc:docMk/>
          <pc:sldMk cId="3103419856" sldId="873"/>
        </pc:sldMkLst>
        <pc:spChg chg="del">
          <ac:chgData name="Henry Post" userId="3f530ee7-1750-4c16-8a11-5c6ebeb3e15f" providerId="ADAL" clId="{D11670C1-A326-4B7E-A4A3-6F1E29230AED}" dt="2026-04-28T20:24:01.096" v="13300" actId="478"/>
          <ac:spMkLst>
            <pc:docMk/>
            <pc:sldMk cId="3103419856" sldId="873"/>
            <ac:spMk id="4" creationId="{11A5F292-4CDF-3CC0-6C47-251B6642B30B}"/>
          </ac:spMkLst>
        </pc:spChg>
        <pc:spChg chg="mod">
          <ac:chgData name="Henry Post" userId="3f530ee7-1750-4c16-8a11-5c6ebeb3e15f" providerId="ADAL" clId="{D11670C1-A326-4B7E-A4A3-6F1E29230AED}" dt="2026-04-28T20:33:31.002" v="14272" actId="20577"/>
          <ac:spMkLst>
            <pc:docMk/>
            <pc:sldMk cId="3103419856" sldId="873"/>
            <ac:spMk id="6146" creationId="{22C33AC6-418F-C9B7-E069-1C1EFF931D7A}"/>
          </ac:spMkLst>
        </pc:spChg>
        <pc:spChg chg="mod">
          <ac:chgData name="Henry Post" userId="3f530ee7-1750-4c16-8a11-5c6ebeb3e15f" providerId="ADAL" clId="{D11670C1-A326-4B7E-A4A3-6F1E29230AED}" dt="2026-04-28T20:26:09.202" v="13369" actId="20577"/>
          <ac:spMkLst>
            <pc:docMk/>
            <pc:sldMk cId="3103419856" sldId="873"/>
            <ac:spMk id="7172" creationId="{02C14252-7F01-EF5C-116B-A5591032312A}"/>
          </ac:spMkLst>
        </pc:spChg>
        <pc:picChg chg="add mod">
          <ac:chgData name="Henry Post" userId="3f530ee7-1750-4c16-8a11-5c6ebeb3e15f" providerId="ADAL" clId="{D11670C1-A326-4B7E-A4A3-6F1E29230AED}" dt="2026-04-28T20:27:30.526" v="13406"/>
          <ac:picMkLst>
            <pc:docMk/>
            <pc:sldMk cId="3103419856" sldId="873"/>
            <ac:picMk id="3" creationId="{88598D05-2880-341E-36E9-777B1B4043C3}"/>
          </ac:picMkLst>
        </pc:picChg>
      </pc:sldChg>
      <pc:sldChg chg="addSp delSp modSp add mod">
        <pc:chgData name="Henry Post" userId="3f530ee7-1750-4c16-8a11-5c6ebeb3e15f" providerId="ADAL" clId="{D11670C1-A326-4B7E-A4A3-6F1E29230AED}" dt="2026-04-29T18:00:20.545" v="17000" actId="113"/>
        <pc:sldMkLst>
          <pc:docMk/>
          <pc:sldMk cId="2341322390" sldId="874"/>
        </pc:sldMkLst>
        <pc:spChg chg="mod">
          <ac:chgData name="Henry Post" userId="3f530ee7-1750-4c16-8a11-5c6ebeb3e15f" providerId="ADAL" clId="{D11670C1-A326-4B7E-A4A3-6F1E29230AED}" dt="2026-04-29T18:00:20.545" v="17000" actId="113"/>
          <ac:spMkLst>
            <pc:docMk/>
            <pc:sldMk cId="2341322390" sldId="874"/>
            <ac:spMk id="6146" creationId="{8477051E-8871-D8AF-5F9D-2E33817F3B69}"/>
          </ac:spMkLst>
        </pc:spChg>
        <pc:spChg chg="mod">
          <ac:chgData name="Henry Post" userId="3f530ee7-1750-4c16-8a11-5c6ebeb3e15f" providerId="ADAL" clId="{D11670C1-A326-4B7E-A4A3-6F1E29230AED}" dt="2026-04-28T21:15:32.682" v="15449" actId="20577"/>
          <ac:spMkLst>
            <pc:docMk/>
            <pc:sldMk cId="2341322390" sldId="874"/>
            <ac:spMk id="7172" creationId="{F4833D88-02F2-3C6B-5BE4-3C0B7E97ABFD}"/>
          </ac:spMkLst>
        </pc:spChg>
        <pc:picChg chg="add del mod">
          <ac:chgData name="Henry Post" userId="3f530ee7-1750-4c16-8a11-5c6ebeb3e15f" providerId="ADAL" clId="{D11670C1-A326-4B7E-A4A3-6F1E29230AED}" dt="2026-04-28T20:27:29.666" v="13405" actId="21"/>
          <ac:picMkLst>
            <pc:docMk/>
            <pc:sldMk cId="2341322390" sldId="874"/>
            <ac:picMk id="3" creationId="{88598D05-2880-341E-36E9-777B1B4043C3}"/>
          </ac:picMkLst>
        </pc:picChg>
        <pc:picChg chg="add mod">
          <ac:chgData name="Henry Post" userId="3f530ee7-1750-4c16-8a11-5c6ebeb3e15f" providerId="ADAL" clId="{D11670C1-A326-4B7E-A4A3-6F1E29230AED}" dt="2026-04-28T21:17:13.944" v="15798" actId="1076"/>
          <ac:picMkLst>
            <pc:docMk/>
            <pc:sldMk cId="2341322390" sldId="874"/>
            <ac:picMk id="1026" creationId="{4CE04280-60B2-D30E-79DE-B9F5E20400B9}"/>
          </ac:picMkLst>
        </pc:picChg>
      </pc:sldChg>
      <pc:sldChg chg="modSp add mod">
        <pc:chgData name="Henry Post" userId="3f530ee7-1750-4c16-8a11-5c6ebeb3e15f" providerId="ADAL" clId="{D11670C1-A326-4B7E-A4A3-6F1E29230AED}" dt="2026-04-28T21:19:59.044" v="16311" actId="20577"/>
        <pc:sldMkLst>
          <pc:docMk/>
          <pc:sldMk cId="2993661294" sldId="875"/>
        </pc:sldMkLst>
        <pc:spChg chg="mod">
          <ac:chgData name="Henry Post" userId="3f530ee7-1750-4c16-8a11-5c6ebeb3e15f" providerId="ADAL" clId="{D11670C1-A326-4B7E-A4A3-6F1E29230AED}" dt="2026-04-28T21:19:59.044" v="16311" actId="20577"/>
          <ac:spMkLst>
            <pc:docMk/>
            <pc:sldMk cId="2993661294" sldId="875"/>
            <ac:spMk id="6146" creationId="{CB4D3A3A-DE63-BCF9-17C7-8687D8C23535}"/>
          </ac:spMkLst>
        </pc:spChg>
        <pc:spChg chg="mod">
          <ac:chgData name="Henry Post" userId="3f530ee7-1750-4c16-8a11-5c6ebeb3e15f" providerId="ADAL" clId="{D11670C1-A326-4B7E-A4A3-6F1E29230AED}" dt="2026-04-28T21:04:43.224" v="14808" actId="20577"/>
          <ac:spMkLst>
            <pc:docMk/>
            <pc:sldMk cId="2993661294" sldId="875"/>
            <ac:spMk id="7172" creationId="{238E5470-903B-B8B9-F70F-5083CD2D788A}"/>
          </ac:spMkLst>
        </pc:spChg>
      </pc:sldChg>
      <pc:sldChg chg="modSp add mod">
        <pc:chgData name="Henry Post" userId="3f530ee7-1750-4c16-8a11-5c6ebeb3e15f" providerId="ADAL" clId="{D11670C1-A326-4B7E-A4A3-6F1E29230AED}" dt="2026-04-29T18:01:34.097" v="17206" actId="20577"/>
        <pc:sldMkLst>
          <pc:docMk/>
          <pc:sldMk cId="2456502157" sldId="876"/>
        </pc:sldMkLst>
        <pc:spChg chg="mod">
          <ac:chgData name="Henry Post" userId="3f530ee7-1750-4c16-8a11-5c6ebeb3e15f" providerId="ADAL" clId="{D11670C1-A326-4B7E-A4A3-6F1E29230AED}" dt="2026-04-29T18:01:34.097" v="17206" actId="20577"/>
          <ac:spMkLst>
            <pc:docMk/>
            <pc:sldMk cId="2456502157" sldId="876"/>
            <ac:spMk id="6146" creationId="{A2161343-06B6-0F66-72BB-EB67452D905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02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07" tIns="45754" rIns="91507" bIns="45754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solidFill>
                  <a:schemeClr val="tx1"/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7788" y="0"/>
            <a:ext cx="29702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07" tIns="45754" rIns="91507" bIns="45754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solidFill>
                  <a:schemeClr val="tx1"/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3"/>
            <a:ext cx="2970213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07" tIns="45754" rIns="91507" bIns="45754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solidFill>
                  <a:schemeClr val="tx1"/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7788" y="8831263"/>
            <a:ext cx="2970212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07" tIns="45754" rIns="91507" bIns="45754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5FFF6DF0-1037-466D-AA19-AE1DB59D9E9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02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9800" tIns="44897" rIns="89800" bIns="44897" numCol="1" anchor="t" anchorCtr="0" compatLnSpc="1">
            <a:prstTxWarp prst="textNoShape">
              <a:avLst/>
            </a:prstTxWarp>
          </a:bodyPr>
          <a:lstStyle>
            <a:lvl1pPr defTabSz="898525" eaLnBrk="1" hangingPunct="1">
              <a:defRPr sz="1200">
                <a:solidFill>
                  <a:schemeClr val="tx1"/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02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9800" tIns="44897" rIns="89800" bIns="44897" numCol="1" anchor="t" anchorCtr="0" compatLnSpc="1">
            <a:prstTxWarp prst="textNoShape">
              <a:avLst/>
            </a:prstTxWarp>
          </a:bodyPr>
          <a:lstStyle>
            <a:lvl1pPr algn="r" defTabSz="898525" eaLnBrk="1" hangingPunct="1">
              <a:defRPr sz="1200">
                <a:solidFill>
                  <a:schemeClr val="tx1"/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44488" y="698500"/>
            <a:ext cx="6192837" cy="34845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7388" y="4416425"/>
            <a:ext cx="5483225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9800" tIns="44897" rIns="89800" bIns="4489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2970213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9800" tIns="44897" rIns="89800" bIns="44897" numCol="1" anchor="b" anchorCtr="0" compatLnSpc="1">
            <a:prstTxWarp prst="textNoShape">
              <a:avLst/>
            </a:prstTxWarp>
          </a:bodyPr>
          <a:lstStyle>
            <a:lvl1pPr defTabSz="898525" eaLnBrk="1" hangingPunct="1">
              <a:defRPr sz="1200">
                <a:solidFill>
                  <a:schemeClr val="tx1"/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831263"/>
            <a:ext cx="2970213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9800" tIns="44897" rIns="89800" bIns="44897" numCol="1" anchor="b" anchorCtr="0" compatLnSpc="1">
            <a:prstTxWarp prst="textNoShape">
              <a:avLst/>
            </a:prstTxWarp>
          </a:bodyPr>
          <a:lstStyle>
            <a:lvl1pPr algn="r" defTabSz="898525" eaLnBrk="1" hangingPunct="1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D76B813D-8CED-4BFF-AF0D-24C1FB796A6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8DD69-8309-D121-CD14-02789F664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915503-4773-86DE-295B-22B68DDB23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44488" y="698500"/>
            <a:ext cx="6192837" cy="3484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CC475F-B16E-28F2-0F22-02A22DD175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66D27-376F-473A-3A50-BF15B73E92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6B813D-8CED-4BFF-AF0D-24C1FB796A6A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75276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7A3CB-E4EF-1032-3BB9-2F361372A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5E1AAF-1396-EE40-5238-1019823C59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44488" y="698500"/>
            <a:ext cx="6192837" cy="3484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3A5823-4F6A-DB12-71D9-2433378382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58E5C5-6E43-1D1D-F3F8-67FE8A33B1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6B813D-8CED-4BFF-AF0D-24C1FB796A6A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65436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2F16F-73A7-8826-8FD8-CDC825347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46FB00-E803-E959-74FB-DEB2DAE38D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44488" y="698500"/>
            <a:ext cx="6192837" cy="3484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EB3ED3-59B4-CE58-C7A9-4889CE74E0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2378F6-3FEE-17D8-FE02-B315B2298F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6B813D-8CED-4BFF-AF0D-24C1FB796A6A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472044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78A5D-FE1C-A0BE-C163-3A5B59788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FF2777-21B3-1AB6-5302-E396B54992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44488" y="698500"/>
            <a:ext cx="6192837" cy="3484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5DC6DB-E07A-FD0B-55F1-FB5313CD2A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B6703E-B110-9F2A-354C-4A842DD4EC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6B813D-8CED-4BFF-AF0D-24C1FB796A6A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91577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B0255-D2DD-3258-5DD1-FA1567C62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656543-2639-E389-5A7C-6E6FBACC99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44488" y="698500"/>
            <a:ext cx="6192837" cy="3484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7DECBA-39A7-2BD1-0F6F-686C3D5E8C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F1DB3-ECCC-64D0-FC31-B60D3C6217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6B813D-8CED-4BFF-AF0D-24C1FB796A6A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93515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70B62-AA1C-F100-64AF-49E21795B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8D160D-2DBD-92A6-B79C-FAF0CDC830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44488" y="698500"/>
            <a:ext cx="6192837" cy="3484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05151-755E-5D68-0992-91107FC033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112AF8-797D-E0AC-C020-01E3D49A46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6B813D-8CED-4BFF-AF0D-24C1FB796A6A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0197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67E46-CC46-77A6-F643-4D5B4CD46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A54AE8-32AE-D84D-F2C0-9577B66113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44488" y="698500"/>
            <a:ext cx="6192837" cy="3484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7A3434-3470-5B21-5A74-C84A7D6ECD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8BE77E-96CA-13B6-7C87-B5F800E9D2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6B813D-8CED-4BFF-AF0D-24C1FB796A6A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66983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4"/>
          <p:cNvSpPr>
            <a:spLocks noChangeShapeType="1"/>
          </p:cNvSpPr>
          <p:nvPr/>
        </p:nvSpPr>
        <p:spPr bwMode="auto">
          <a:xfrm>
            <a:off x="914400" y="3048000"/>
            <a:ext cx="10566400" cy="0"/>
          </a:xfrm>
          <a:prstGeom prst="line">
            <a:avLst/>
          </a:prstGeom>
          <a:noFill/>
          <a:ln w="9525">
            <a:solidFill>
              <a:srgbClr val="9A9A9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600"/>
          </a:p>
        </p:txBody>
      </p:sp>
      <p:sp>
        <p:nvSpPr>
          <p:cNvPr id="103427" name="Rectangle 3"/>
          <p:cNvSpPr>
            <a:spLocks noGrp="1" noChangeArrowheads="1"/>
          </p:cNvSpPr>
          <p:nvPr>
            <p:ph type="ctrTitle" sz="quarter"/>
          </p:nvPr>
        </p:nvSpPr>
        <p:spPr>
          <a:xfrm>
            <a:off x="914400" y="3276600"/>
            <a:ext cx="10261600" cy="762000"/>
          </a:xfrm>
          <a:prstGeom prst="rect">
            <a:avLst/>
          </a:prstGeom>
        </p:spPr>
        <p:txBody>
          <a:bodyPr/>
          <a:lstStyle>
            <a:lvl1pPr>
              <a:defRPr sz="1950" b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 3"/>
          <p:cNvSpPr>
            <a:spLocks noChangeArrowheads="1"/>
          </p:cNvSpPr>
          <p:nvPr userDrawn="1"/>
        </p:nvSpPr>
        <p:spPr bwMode="auto">
          <a:xfrm>
            <a:off x="508000" y="6518275"/>
            <a:ext cx="1160331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r>
              <a:rPr lang="en-US" altLang="en-US" sz="600">
                <a:solidFill>
                  <a:srgbClr val="424456"/>
                </a:solidFill>
                <a:latin typeface="Century Gothic" panose="020B0502020202020204" pitchFamily="34" charset="0"/>
              </a:rPr>
              <a:t>© Bayview Asset Management, LLC.  All Rights Reserved.	</a:t>
            </a:r>
            <a:r>
              <a:rPr lang="en-US" altLang="en-US" sz="600" baseline="0">
                <a:solidFill>
                  <a:srgbClr val="424456"/>
                </a:solidFill>
                <a:latin typeface="Century Gothic" panose="020B0502020202020204" pitchFamily="34" charset="0"/>
              </a:rPr>
              <a:t>              			     </a:t>
            </a:r>
            <a:r>
              <a:rPr lang="en-US" altLang="en-US" sz="600">
                <a:solidFill>
                  <a:srgbClr val="424456"/>
                </a:solidFill>
                <a:latin typeface="Century Gothic" panose="020B0502020202020204" pitchFamily="34" charset="0"/>
              </a:rPr>
              <a:t>CONFIDENTIAL			</a:t>
            </a:r>
            <a:r>
              <a:rPr lang="en-US" altLang="en-US" sz="600" baseline="0">
                <a:solidFill>
                  <a:srgbClr val="424456"/>
                </a:solidFill>
                <a:latin typeface="Century Gothic" panose="020B0502020202020204" pitchFamily="34" charset="0"/>
              </a:rPr>
              <a:t>          		                               </a:t>
            </a:r>
            <a:fld id="{0AD735B9-CEC7-4AFC-8728-2EEEC1333C4B}" type="slidenum">
              <a:rPr lang="en-US" altLang="en-US" sz="600" smtClean="0">
                <a:solidFill>
                  <a:srgbClr val="424456"/>
                </a:solidFill>
                <a:latin typeface="Century Gothic" panose="020B0502020202020204" pitchFamily="34" charset="0"/>
              </a:rPr>
              <a:t>‹#›</a:t>
            </a:fld>
            <a:endParaRPr lang="en-US" altLang="en-US" sz="600">
              <a:solidFill>
                <a:srgbClr val="424456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13" descr="BAM-logo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134" y="2193930"/>
            <a:ext cx="1846262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263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-171450">
              <a:tabLst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00075" indent="-171450">
              <a:tabLst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857250" indent="-171450">
              <a:tabLst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114425" indent="-171450">
              <a:tabLst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87680" y="91440"/>
            <a:ext cx="11074400" cy="64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93305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0552" y="1087395"/>
            <a:ext cx="5393267" cy="5187899"/>
          </a:xfrm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05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9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82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88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019" y="1087395"/>
            <a:ext cx="5395383" cy="5187899"/>
          </a:xfrm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05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9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82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88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87680" y="91440"/>
            <a:ext cx="11074400" cy="64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29511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90552" y="1210963"/>
            <a:ext cx="5393267" cy="5055369"/>
          </a:xfrm>
        </p:spPr>
        <p:txBody>
          <a:bodyPr/>
          <a:lstStyle>
            <a:lvl1pPr>
              <a:defRPr>
                <a:latin typeface="HelveticaNeueLT Pro 55 Roman" pitchFamily="34" charset="0"/>
              </a:defRPr>
            </a:lvl1pPr>
            <a:lvl2pPr>
              <a:defRPr>
                <a:solidFill>
                  <a:schemeClr val="bg1">
                    <a:lumMod val="50000"/>
                  </a:schemeClr>
                </a:solidFill>
                <a:latin typeface="HelveticaNeueLT Pro 55 Roman" pitchFamily="34" charset="0"/>
              </a:defRPr>
            </a:lvl2pPr>
            <a:lvl3pPr>
              <a:defRPr>
                <a:solidFill>
                  <a:schemeClr val="bg1">
                    <a:lumMod val="50000"/>
                  </a:schemeClr>
                </a:solidFill>
                <a:latin typeface="HelveticaNeueLT Pro 55 Roman" pitchFamily="34" charset="0"/>
              </a:defRPr>
            </a:lvl3pPr>
            <a:lvl4pPr>
              <a:defRPr>
                <a:solidFill>
                  <a:schemeClr val="bg1">
                    <a:lumMod val="50000"/>
                  </a:schemeClr>
                </a:solidFill>
                <a:latin typeface="HelveticaNeueLT Pro 55 Roman" pitchFamily="34" charset="0"/>
              </a:defRPr>
            </a:lvl4pPr>
            <a:lvl5pPr>
              <a:defRPr>
                <a:solidFill>
                  <a:schemeClr val="bg1">
                    <a:lumMod val="50000"/>
                  </a:schemeClr>
                </a:solidFill>
                <a:latin typeface="HelveticaNeueLT Pro 55 Roman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087037" y="1210962"/>
            <a:ext cx="5395383" cy="22479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87019" y="3599935"/>
            <a:ext cx="5395383" cy="266639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87680" y="91440"/>
            <a:ext cx="11074400" cy="64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93538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90552" y="1194486"/>
            <a:ext cx="5393267" cy="4901514"/>
          </a:xfrm>
        </p:spPr>
        <p:txBody>
          <a:bodyPr/>
          <a:lstStyle>
            <a:lvl1pPr>
              <a:defRPr>
                <a:latin typeface="HelveticaNeueLT Pro 55 Roman" pitchFamily="34" charset="0"/>
              </a:defRPr>
            </a:lvl1pPr>
            <a:lvl2pPr>
              <a:defRPr>
                <a:latin typeface="HelveticaNeueLT Pro 55 Roman" pitchFamily="34" charset="0"/>
              </a:defRPr>
            </a:lvl2pPr>
            <a:lvl3pPr>
              <a:defRPr>
                <a:latin typeface="HelveticaNeueLT Pro 55 Roman" pitchFamily="34" charset="0"/>
              </a:defRPr>
            </a:lvl3pPr>
            <a:lvl4pPr>
              <a:defRPr>
                <a:latin typeface="HelveticaNeueLT Pro 55 Roman" pitchFamily="34" charset="0"/>
              </a:defRPr>
            </a:lvl4pPr>
            <a:lvl5pPr>
              <a:defRPr>
                <a:latin typeface="HelveticaNeueLT Pro 55 Roman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019" y="1194486"/>
            <a:ext cx="5395383" cy="4901514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87680" y="91440"/>
            <a:ext cx="11074400" cy="64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5950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90552" y="1169773"/>
            <a:ext cx="10991849" cy="4926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1" name="Line 8"/>
          <p:cNvSpPr>
            <a:spLocks noChangeShapeType="1"/>
          </p:cNvSpPr>
          <p:nvPr userDrawn="1"/>
        </p:nvSpPr>
        <p:spPr bwMode="auto">
          <a:xfrm>
            <a:off x="508000" y="822960"/>
            <a:ext cx="11074400" cy="0"/>
          </a:xfrm>
          <a:prstGeom prst="line">
            <a:avLst/>
          </a:prstGeom>
          <a:noFill/>
          <a:ln w="12700" algn="ctr">
            <a:solidFill>
              <a:srgbClr val="004E8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600"/>
          </a:p>
        </p:txBody>
      </p:sp>
      <p:sp>
        <p:nvSpPr>
          <p:cNvPr id="13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87680" y="91440"/>
            <a:ext cx="11074400" cy="64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Rectangle 3"/>
          <p:cNvSpPr>
            <a:spLocks noChangeArrowheads="1"/>
          </p:cNvSpPr>
          <p:nvPr userDrawn="1"/>
        </p:nvSpPr>
        <p:spPr bwMode="auto">
          <a:xfrm>
            <a:off x="508000" y="6518275"/>
            <a:ext cx="1133437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r>
              <a:rPr lang="en-US" altLang="en-US" sz="600">
                <a:solidFill>
                  <a:srgbClr val="424456"/>
                </a:solidFill>
                <a:latin typeface="Century Gothic" panose="020B0502020202020204" pitchFamily="34" charset="0"/>
              </a:rPr>
              <a:t>© Bayview Asset Management, LLC.  All Rights Reserved.	</a:t>
            </a:r>
            <a:r>
              <a:rPr lang="en-US" altLang="en-US" sz="600" baseline="0">
                <a:solidFill>
                  <a:srgbClr val="424456"/>
                </a:solidFill>
                <a:latin typeface="Century Gothic" panose="020B0502020202020204" pitchFamily="34" charset="0"/>
              </a:rPr>
              <a:t>              			     </a:t>
            </a:r>
            <a:r>
              <a:rPr lang="en-US" altLang="en-US" sz="600">
                <a:solidFill>
                  <a:srgbClr val="424456"/>
                </a:solidFill>
                <a:latin typeface="Century Gothic" panose="020B0502020202020204" pitchFamily="34" charset="0"/>
              </a:rPr>
              <a:t>CONFIDENTIAL			</a:t>
            </a:r>
            <a:r>
              <a:rPr lang="en-US" altLang="en-US" sz="600" baseline="0">
                <a:solidFill>
                  <a:srgbClr val="424456"/>
                </a:solidFill>
                <a:latin typeface="Century Gothic" panose="020B0502020202020204" pitchFamily="34" charset="0"/>
              </a:rPr>
              <a:t>          		                                      </a:t>
            </a:r>
            <a:fld id="{0AD735B9-CEC7-4AFC-8728-2EEEC1333C4B}" type="slidenum">
              <a:rPr lang="en-US" altLang="en-US" sz="600" smtClean="0">
                <a:solidFill>
                  <a:srgbClr val="424456"/>
                </a:solidFill>
                <a:latin typeface="Century Gothic" panose="020B0502020202020204" pitchFamily="34" charset="0"/>
              </a:rPr>
              <a:t>‹#›</a:t>
            </a:fld>
            <a:endParaRPr lang="en-US" altLang="en-US" sz="600">
              <a:solidFill>
                <a:srgbClr val="424456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13" descr="BAM-logo.png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1801" y="244381"/>
            <a:ext cx="118160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02" r:id="rId1"/>
    <p:sldLayoutId id="2147484098" r:id="rId2"/>
    <p:sldLayoutId id="2147484099" r:id="rId3"/>
    <p:sldLayoutId id="2147484100" r:id="rId4"/>
    <p:sldLayoutId id="2147484101" r:id="rId5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>
          <a:solidFill>
            <a:srgbClr val="003D69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>
          <a:solidFill>
            <a:srgbClr val="003D69"/>
          </a:solidFill>
          <a:latin typeface="HelveticaNeueLT Pro 65 Md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>
          <a:solidFill>
            <a:srgbClr val="003D69"/>
          </a:solidFill>
          <a:latin typeface="HelveticaNeueLT Pro 65 Md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>
          <a:solidFill>
            <a:srgbClr val="003D69"/>
          </a:solidFill>
          <a:latin typeface="HelveticaNeueLT Pro 65 Md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>
          <a:solidFill>
            <a:srgbClr val="003D69"/>
          </a:solidFill>
          <a:latin typeface="HelveticaNeueLT Pro 65 Md"/>
        </a:defRPr>
      </a:lvl5pPr>
      <a:lvl6pPr marL="457200" algn="l" rtl="0" fontAlgn="base">
        <a:spcBef>
          <a:spcPct val="0"/>
        </a:spcBef>
        <a:spcAft>
          <a:spcPct val="0"/>
        </a:spcAft>
        <a:defRPr sz="2200" b="1">
          <a:solidFill>
            <a:srgbClr val="003D69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200" b="1">
          <a:solidFill>
            <a:srgbClr val="003D69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200" b="1">
          <a:solidFill>
            <a:srgbClr val="003D69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200" b="1">
          <a:solidFill>
            <a:srgbClr val="003D69"/>
          </a:solidFill>
          <a:latin typeface="Arial" charset="0"/>
        </a:defRPr>
      </a:lvl9pPr>
    </p:titleStyle>
    <p:bodyStyle>
      <a:lvl1pPr marL="228600" indent="-228600" algn="l" rtl="0" eaLnBrk="0" fontAlgn="base" hangingPunct="0">
        <a:spcBef>
          <a:spcPct val="40000"/>
        </a:spcBef>
        <a:spcAft>
          <a:spcPct val="0"/>
        </a:spcAft>
        <a:buFont typeface="Wingdings" panose="05000000000000000000" pitchFamily="2" charset="2"/>
        <a:buChar char="§"/>
        <a:defRPr sz="1600">
          <a:solidFill>
            <a:srgbClr val="000000"/>
          </a:solidFill>
          <a:latin typeface="HelveticaNeueLT Pro 55 Roman" pitchFamily="34" charset="0"/>
          <a:ea typeface="+mn-ea"/>
          <a:cs typeface="+mn-cs"/>
        </a:defRPr>
      </a:lvl1pPr>
      <a:lvl2pPr marL="457200" indent="-228600" algn="l" rtl="0" eaLnBrk="0" fontAlgn="base" hangingPunct="0">
        <a:spcBef>
          <a:spcPct val="40000"/>
        </a:spcBef>
        <a:spcAft>
          <a:spcPct val="0"/>
        </a:spcAft>
        <a:buClr>
          <a:srgbClr val="7F7F7F"/>
        </a:buClr>
        <a:buFont typeface="Wingdings" panose="05000000000000000000" pitchFamily="2" charset="2"/>
        <a:buChar char="§"/>
        <a:defRPr sz="1400">
          <a:solidFill>
            <a:srgbClr val="7F7F7F"/>
          </a:solidFill>
          <a:latin typeface="HelveticaNeueLT Pro 55 Roman" pitchFamily="34" charset="0"/>
        </a:defRPr>
      </a:lvl2pPr>
      <a:lvl3pPr marL="800100" indent="-228600" algn="l" rtl="0" eaLnBrk="0" fontAlgn="base" hangingPunct="0">
        <a:spcBef>
          <a:spcPct val="40000"/>
        </a:spcBef>
        <a:spcAft>
          <a:spcPct val="0"/>
        </a:spcAft>
        <a:buClr>
          <a:srgbClr val="7F7F7F"/>
        </a:buClr>
        <a:buFont typeface="Wingdings" panose="05000000000000000000" pitchFamily="2" charset="2"/>
        <a:buChar char="§"/>
        <a:defRPr sz="1200">
          <a:solidFill>
            <a:srgbClr val="7F7F7F"/>
          </a:solidFill>
          <a:latin typeface="HelveticaNeueLT Pro 55 Roman" pitchFamily="34" charset="0"/>
        </a:defRPr>
      </a:lvl3pPr>
      <a:lvl4pPr marL="1143000" indent="-228600" algn="l" rtl="0" eaLnBrk="0" fontAlgn="base" hangingPunct="0">
        <a:spcBef>
          <a:spcPct val="40000"/>
        </a:spcBef>
        <a:spcAft>
          <a:spcPct val="0"/>
        </a:spcAft>
        <a:buClr>
          <a:srgbClr val="7F7F7F"/>
        </a:buClr>
        <a:buFont typeface="Wingdings" panose="05000000000000000000" pitchFamily="2" charset="2"/>
        <a:buChar char="§"/>
        <a:defRPr sz="1000">
          <a:solidFill>
            <a:srgbClr val="7F7F7F"/>
          </a:solidFill>
          <a:latin typeface="HelveticaNeueLT Pro 55 Roman" pitchFamily="34" charset="0"/>
        </a:defRPr>
      </a:lvl4pPr>
      <a:lvl5pPr marL="1485900" indent="-228600" algn="just" rtl="0" eaLnBrk="0" fontAlgn="base" hangingPunct="0">
        <a:spcBef>
          <a:spcPct val="40000"/>
        </a:spcBef>
        <a:spcAft>
          <a:spcPct val="0"/>
        </a:spcAft>
        <a:buClr>
          <a:srgbClr val="7F7F7F"/>
        </a:buClr>
        <a:buFont typeface="Wingdings" panose="05000000000000000000" pitchFamily="2" charset="2"/>
        <a:buChar char="§"/>
        <a:defRPr sz="1000">
          <a:solidFill>
            <a:srgbClr val="7F7F7F"/>
          </a:solidFill>
          <a:latin typeface="HelveticaNeueLT Pro 55 Roman" pitchFamily="34" charset="0"/>
        </a:defRPr>
      </a:lvl5pPr>
      <a:lvl6pPr marL="2114550" indent="-228600" algn="just" rtl="0" fontAlgn="base">
        <a:spcBef>
          <a:spcPct val="40000"/>
        </a:spcBef>
        <a:spcAft>
          <a:spcPct val="0"/>
        </a:spcAft>
        <a:buClr>
          <a:schemeClr val="folHlink"/>
        </a:buClr>
        <a:buFont typeface="Wingdings" pitchFamily="2" charset="2"/>
        <a:tabLst>
          <a:tab pos="457200" algn="l"/>
        </a:tabLst>
        <a:defRPr sz="1600">
          <a:solidFill>
            <a:schemeClr val="bg2"/>
          </a:solidFill>
          <a:latin typeface="+mn-lt"/>
        </a:defRPr>
      </a:lvl6pPr>
      <a:lvl7pPr marL="2571750" indent="-228600" algn="just" rtl="0" fontAlgn="base">
        <a:spcBef>
          <a:spcPct val="40000"/>
        </a:spcBef>
        <a:spcAft>
          <a:spcPct val="0"/>
        </a:spcAft>
        <a:buClr>
          <a:schemeClr val="folHlink"/>
        </a:buClr>
        <a:buFont typeface="Wingdings" pitchFamily="2" charset="2"/>
        <a:tabLst>
          <a:tab pos="457200" algn="l"/>
        </a:tabLst>
        <a:defRPr sz="1600">
          <a:solidFill>
            <a:schemeClr val="bg2"/>
          </a:solidFill>
          <a:latin typeface="+mn-lt"/>
        </a:defRPr>
      </a:lvl7pPr>
      <a:lvl8pPr marL="3028950" indent="-228600" algn="just" rtl="0" fontAlgn="base">
        <a:spcBef>
          <a:spcPct val="40000"/>
        </a:spcBef>
        <a:spcAft>
          <a:spcPct val="0"/>
        </a:spcAft>
        <a:buClr>
          <a:schemeClr val="folHlink"/>
        </a:buClr>
        <a:buFont typeface="Wingdings" pitchFamily="2" charset="2"/>
        <a:tabLst>
          <a:tab pos="457200" algn="l"/>
        </a:tabLst>
        <a:defRPr sz="1600">
          <a:solidFill>
            <a:schemeClr val="bg2"/>
          </a:solidFill>
          <a:latin typeface="+mn-lt"/>
        </a:defRPr>
      </a:lvl8pPr>
      <a:lvl9pPr marL="3486150" indent="-228600" algn="just" rtl="0" fontAlgn="base">
        <a:spcBef>
          <a:spcPct val="40000"/>
        </a:spcBef>
        <a:spcAft>
          <a:spcPct val="0"/>
        </a:spcAft>
        <a:buClr>
          <a:schemeClr val="folHlink"/>
        </a:buClr>
        <a:buFont typeface="Wingdings" pitchFamily="2" charset="2"/>
        <a:tabLst>
          <a:tab pos="457200" algn="l"/>
        </a:tabLst>
        <a:defRPr sz="1600">
          <a:solidFill>
            <a:schemeClr val="bg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rakonix.systems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png"/><Relationship Id="rId5" Type="http://schemas.openxmlformats.org/officeDocument/2006/relationships/hyperlink" Target="https://bayview0.sharepoint.com/sites/ApplicationSecurity/" TargetMode="External"/><Relationship Id="rId4" Type="http://schemas.openxmlformats.org/officeDocument/2006/relationships/hyperlink" Target="https://github.com/Mermaid-Chart/vscode-mermaid-chart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bayview0.sharepoint.com/sites/ApplicationSecurity/SitePages/FAQ--Bishop-Fox-Penetration-Testing.aspx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owasp.org/Top10/2025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hyperlink" Target="https://cwe.mitre.org/data/definitions/89.html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sz="quarter"/>
          </p:nvPr>
        </p:nvSpPr>
        <p:spPr>
          <a:xfrm>
            <a:off x="914400" y="3154166"/>
            <a:ext cx="10261600" cy="1315092"/>
          </a:xfrm>
        </p:spPr>
        <p:txBody>
          <a:bodyPr/>
          <a:lstStyle/>
          <a:p>
            <a:pPr algn="ctr"/>
            <a:r>
              <a:rPr lang="en-US" sz="2800" dirty="0">
                <a:latin typeface="Arial"/>
                <a:cs typeface="Arial"/>
              </a:rPr>
              <a:t>Information Security Risk &amp; Compliance (ISRC)</a:t>
            </a:r>
            <a:br>
              <a:rPr lang="en-US" sz="2800" dirty="0">
                <a:latin typeface="Arial"/>
                <a:cs typeface="Arial"/>
              </a:rPr>
            </a:br>
            <a:r>
              <a:rPr lang="en-US" sz="2400" b="1" dirty="0">
                <a:latin typeface="Arial"/>
                <a:cs typeface="Arial"/>
              </a:rPr>
              <a:t>Bishop Fox and Penetration Testing at Bayview</a:t>
            </a:r>
            <a:br>
              <a:rPr lang="en-US" sz="2400" dirty="0">
                <a:latin typeface="Arial"/>
                <a:cs typeface="Arial"/>
              </a:rPr>
            </a:br>
            <a:r>
              <a:rPr lang="en-US" sz="2400" dirty="0">
                <a:latin typeface="Arial"/>
                <a:cs typeface="Arial"/>
              </a:rPr>
              <a:t>Henry Post - May 2026</a:t>
            </a:r>
            <a:endParaRPr lang="en-US" sz="2800" dirty="0">
              <a:latin typeface="Arial"/>
              <a:cs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515351" y="6505575"/>
            <a:ext cx="454819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201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9A1AF-E252-4BA8-30A4-976EDEFC2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Placeholder 2">
            <a:extLst>
              <a:ext uri="{FF2B5EF4-FFF2-40B4-BE49-F238E27FC236}">
                <a16:creationId xmlns:a16="http://schemas.microsoft.com/office/drawing/2014/main" id="{E0808C00-1929-5C84-C1EA-20546BA30D6D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914400"/>
            <a:ext cx="6362700" cy="4691126"/>
          </a:xfrm>
        </p:spPr>
        <p:txBody>
          <a:bodyPr/>
          <a:lstStyle/>
          <a:p>
            <a:pPr marL="457200" indent="-457200" algn="l">
              <a:buAutoNum type="arabicPeriod"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Who are you?</a:t>
            </a:r>
          </a:p>
          <a:p>
            <a:pPr marL="685800" lvl="1" indent="-457200">
              <a:buAutoNum type="arabicPeriod"/>
            </a:pP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Nice to meet you! I’m Henry Post. I lead AppSec and I’ve been at Bayview for 3 years, US Bank for 4 years previously. I love baking, cooking, fighting games, gardening, weightlifting, and am currently studying for the OSCP exam (hacking exam). I specialize in Application Security and penetration testing. My personal site is </a:t>
            </a: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https://drakonix.systems/</a:t>
            </a: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if you’re curious about other projects I’ve worked on. I host some infra there for animal shelters.</a:t>
            </a:r>
          </a:p>
          <a:p>
            <a:pPr marL="457200" indent="-457200" algn="l">
              <a:buAutoNum type="arabicPeriod"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How did you generate your diagrams?</a:t>
            </a:r>
          </a:p>
          <a:p>
            <a:pPr marL="571500" lvl="1" indent="-342900">
              <a:buAutoNum type="arabicPeriod"/>
            </a:pP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 use Mermaid to generate diagrams. If I could, I would use LaTeX or pure Markdown plus </a:t>
            </a:r>
            <a:r>
              <a:rPr lang="en-US" alt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pandoc</a:t>
            </a: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CLI for deterministic formatting for this entire PPTX.</a:t>
            </a:r>
          </a:p>
          <a:p>
            <a:pPr marL="914400" lvl="2" indent="-342900">
              <a:buAutoNum type="arabicPeriod"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https://github.com/Mermaid-Chart/vscode-mermaid-chart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342900" indent="-342900">
              <a:buAutoNum type="arabicPeriod"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Are there guides related to AppSec?</a:t>
            </a:r>
          </a:p>
          <a:p>
            <a:pPr marL="571500" lvl="1" indent="-342900">
              <a:buAutoNum type="arabicPeriod"/>
            </a:pP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Yes! There are many below.</a:t>
            </a:r>
          </a:p>
          <a:p>
            <a:pPr marL="914400" lvl="2" indent="-342900">
              <a:buAutoNum type="arabicPeriod"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https://bayview0.sharepoint.com/sites/ApplicationSecurity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914400" lvl="2" indent="-342900">
              <a:buAutoNum type="arabicPeriod"/>
            </a:pP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71" name="Slide Number Placeholder 3">
            <a:extLst>
              <a:ext uri="{FF2B5EF4-FFF2-40B4-BE49-F238E27FC236}">
                <a16:creationId xmlns:a16="http://schemas.microsoft.com/office/drawing/2014/main" id="{CF22A838-9CF6-CE1B-1EFE-4EFC1DA303F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160000" y="6553200"/>
            <a:ext cx="1727200" cy="228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E715DC2-0728-4765-960B-3867E6882CA1}" type="slidenum">
              <a:rPr lang="en-US" altLang="en-US" sz="900">
                <a:solidFill>
                  <a:schemeClr val="bg1"/>
                </a:solidFill>
              </a:rPr>
              <a:pPr/>
              <a:t>2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7172" name="Title 2">
            <a:extLst>
              <a:ext uri="{FF2B5EF4-FFF2-40B4-BE49-F238E27FC236}">
                <a16:creationId xmlns:a16="http://schemas.microsoft.com/office/drawing/2014/main" id="{C788B9A5-B3F6-C730-AD96-0264E5286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2880"/>
            <a:ext cx="8467725" cy="640080"/>
          </a:xfrm>
        </p:spPr>
        <p:txBody>
          <a:bodyPr/>
          <a:lstStyle/>
          <a:p>
            <a:r>
              <a:rPr lang="en-US" dirty="0"/>
              <a:t>Meta slide</a:t>
            </a:r>
          </a:p>
        </p:txBody>
      </p:sp>
      <p:sp>
        <p:nvSpPr>
          <p:cNvPr id="7176" name="AutoShape 2" descr="https://usc-powerpoint.officeapps.live.com/pods/GetClipboardImage.ashx?Id=ddeb6509-a4e4-44be-9cf4-14d5ce8c69f4&amp;DC=PUS10&amp;pkey=c44f61af-a561-4bfb-aa53-698f8c4241b3&amp;wdwaccluster=PUS10">
            <a:extLst>
              <a:ext uri="{FF2B5EF4-FFF2-40B4-BE49-F238E27FC236}">
                <a16:creationId xmlns:a16="http://schemas.microsoft.com/office/drawing/2014/main" id="{AFD2D294-2921-445E-ADC9-F8A8C1B88D3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78919" y="748904"/>
            <a:ext cx="228600" cy="228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60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9FAF136-D8B0-91AD-D145-633D53E92D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900" y="878713"/>
            <a:ext cx="47625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5476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72041-06C1-8C89-AF34-BACD1656D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Placeholder 2">
            <a:extLst>
              <a:ext uri="{FF2B5EF4-FFF2-40B4-BE49-F238E27FC236}">
                <a16:creationId xmlns:a16="http://schemas.microsoft.com/office/drawing/2014/main" id="{16C0C474-2A6C-00CA-E22A-37E81C9B278F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914400"/>
            <a:ext cx="11125200" cy="4267200"/>
          </a:xfrm>
        </p:spPr>
        <p:txBody>
          <a:bodyPr/>
          <a:lstStyle/>
          <a:p>
            <a:pPr marL="457200" indent="-457200" algn="l">
              <a:buFont typeface="+mj-lt"/>
              <a:buAutoNum type="arabicPeriod"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Bishop Fox is a penetration testing vendor.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We hire them to try to hack into web applications that we host.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Here are their offerings:</a:t>
            </a:r>
          </a:p>
          <a:p>
            <a:pPr marL="1028700" lvl="2" indent="-457200">
              <a:buFont typeface="+mj-lt"/>
              <a:buAutoNum type="arabicPeriod"/>
            </a:pP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2" indent="-457200">
              <a:buFont typeface="+mj-lt"/>
              <a:buAutoNum type="arabicPeriod"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EPT: Time-bound, external penetration tests. Quarterly</a:t>
            </a:r>
          </a:p>
          <a:p>
            <a:pPr marL="1028700" lvl="2" indent="-457200">
              <a:buFont typeface="+mj-lt"/>
              <a:buAutoNum type="arabicPeriod"/>
            </a:pP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2" indent="-457200">
              <a:buFont typeface="+mj-lt"/>
              <a:buAutoNum type="arabicPeriod"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CASM: Cosmos Attack Surface Management: automated external scanning</a:t>
            </a:r>
          </a:p>
          <a:p>
            <a:pPr marL="1028700" lvl="2" indent="-457200">
              <a:buFont typeface="+mj-lt"/>
              <a:buAutoNum type="arabicPeriod"/>
            </a:pP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2" indent="-457200">
              <a:buFont typeface="+mj-lt"/>
              <a:buAutoNum type="arabicPeriod"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CAPT: Time bound, external deep dive penetration tests. Very hands-on</a:t>
            </a:r>
          </a:p>
        </p:txBody>
      </p:sp>
      <p:sp>
        <p:nvSpPr>
          <p:cNvPr id="7171" name="Slide Number Placeholder 3">
            <a:extLst>
              <a:ext uri="{FF2B5EF4-FFF2-40B4-BE49-F238E27FC236}">
                <a16:creationId xmlns:a16="http://schemas.microsoft.com/office/drawing/2014/main" id="{42EF71F6-208A-C965-9D21-CBD17E4E136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160000" y="6553200"/>
            <a:ext cx="1727200" cy="228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E715DC2-0728-4765-960B-3867E6882CA1}" type="slidenum">
              <a:rPr lang="en-US" altLang="en-US" sz="900">
                <a:solidFill>
                  <a:schemeClr val="bg1"/>
                </a:solidFill>
              </a:rPr>
              <a:pPr/>
              <a:t>3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7172" name="Title 2">
            <a:extLst>
              <a:ext uri="{FF2B5EF4-FFF2-40B4-BE49-F238E27FC236}">
                <a16:creationId xmlns:a16="http://schemas.microsoft.com/office/drawing/2014/main" id="{31C1C048-0648-3308-DDE2-2728D2268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2880"/>
            <a:ext cx="8467725" cy="640080"/>
          </a:xfrm>
        </p:spPr>
        <p:txBody>
          <a:bodyPr/>
          <a:lstStyle/>
          <a:p>
            <a:r>
              <a:rPr lang="en-US" dirty="0"/>
              <a:t>What is Bishop Fox? 1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10E68B96-41ED-2BFA-1FE1-5000BAB89F83}"/>
              </a:ext>
            </a:extLst>
          </p:cNvPr>
          <p:cNvSpPr txBox="1">
            <a:spLocks/>
          </p:cNvSpPr>
          <p:nvPr/>
        </p:nvSpPr>
        <p:spPr bwMode="auto">
          <a:xfrm>
            <a:off x="3101580" y="1890219"/>
            <a:ext cx="50958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3D69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3D69"/>
                </a:solidFill>
                <a:latin typeface="HelveticaNeueLT Pro 65 Md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3D69"/>
                </a:solidFill>
                <a:latin typeface="HelveticaNeueLT Pro 65 Md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3D69"/>
                </a:solidFill>
                <a:latin typeface="HelveticaNeueLT Pro 65 Md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3D69"/>
                </a:solidFill>
                <a:latin typeface="HelveticaNeueLT Pro 65 Md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D69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D69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D69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D69"/>
                </a:solidFill>
                <a:latin typeface="Arial" charset="0"/>
              </a:defRPr>
            </a:lvl9pPr>
          </a:lstStyle>
          <a:p>
            <a:pPr>
              <a:defRPr/>
            </a:pPr>
            <a:endParaRPr lang="en-US" sz="1200" kern="0"/>
          </a:p>
        </p:txBody>
      </p:sp>
      <p:sp>
        <p:nvSpPr>
          <p:cNvPr id="7176" name="AutoShape 2" descr="https://usc-powerpoint.officeapps.live.com/pods/GetClipboardImage.ashx?Id=ddeb6509-a4e4-44be-9cf4-14d5ce8c69f4&amp;DC=PUS10&amp;pkey=c44f61af-a561-4bfb-aa53-698f8c4241b3&amp;wdwaccluster=PUS10">
            <a:extLst>
              <a:ext uri="{FF2B5EF4-FFF2-40B4-BE49-F238E27FC236}">
                <a16:creationId xmlns:a16="http://schemas.microsoft.com/office/drawing/2014/main" id="{7B62E7D6-4BC4-E997-08B4-A4B466025FF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78919" y="748904"/>
            <a:ext cx="228600" cy="228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6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19B02E-3201-9280-039A-5B5FCB641622}"/>
              </a:ext>
            </a:extLst>
          </p:cNvPr>
          <p:cNvSpPr txBox="1"/>
          <p:nvPr/>
        </p:nvSpPr>
        <p:spPr>
          <a:xfrm>
            <a:off x="1343025" y="5574268"/>
            <a:ext cx="950595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Larger Bishop Fox FAQ:</a:t>
            </a:r>
            <a:endParaRPr lang="en-US" sz="1400" dirty="0">
              <a:hlinkClick r:id="rId3"/>
            </a:endParaRPr>
          </a:p>
          <a:p>
            <a:endParaRPr lang="en-US" sz="1400" dirty="0">
              <a:hlinkClick r:id="rId3"/>
            </a:endParaRPr>
          </a:p>
          <a:p>
            <a:r>
              <a:rPr lang="en-US" sz="1400" dirty="0">
                <a:hlinkClick r:id="rId3"/>
              </a:rPr>
              <a:t>https://bayview0.sharepoint.com/sites/ApplicationSecurity/SitePages/FAQ--Bishop-Fox-Penetration-Testing.aspx</a:t>
            </a:r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57043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17FC3-8376-5BA9-17F9-D61DFC0F4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Placeholder 2">
            <a:extLst>
              <a:ext uri="{FF2B5EF4-FFF2-40B4-BE49-F238E27FC236}">
                <a16:creationId xmlns:a16="http://schemas.microsoft.com/office/drawing/2014/main" id="{22C33AC6-418F-C9B7-E069-1C1EFF931D7A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914400"/>
            <a:ext cx="11125200" cy="4267200"/>
          </a:xfrm>
        </p:spPr>
        <p:txBody>
          <a:bodyPr/>
          <a:lstStyle/>
          <a:p>
            <a:pPr marL="457200" indent="-457200" algn="l">
              <a:buFont typeface="+mj-lt"/>
              <a:buAutoNum type="arabicPeriod"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TL;DR: They attack our external apps and give us feedback. We fix and they validate.</a:t>
            </a: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71" name="Slide Number Placeholder 3">
            <a:extLst>
              <a:ext uri="{FF2B5EF4-FFF2-40B4-BE49-F238E27FC236}">
                <a16:creationId xmlns:a16="http://schemas.microsoft.com/office/drawing/2014/main" id="{44F435DD-DF0E-3A6A-0A3F-AC43A7C05C9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160000" y="6553200"/>
            <a:ext cx="1727200" cy="228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E715DC2-0728-4765-960B-3867E6882CA1}" type="slidenum">
              <a:rPr lang="en-US" altLang="en-US" sz="900">
                <a:solidFill>
                  <a:schemeClr val="bg1"/>
                </a:solidFill>
              </a:rPr>
              <a:pPr/>
              <a:t>4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7172" name="Title 2">
            <a:extLst>
              <a:ext uri="{FF2B5EF4-FFF2-40B4-BE49-F238E27FC236}">
                <a16:creationId xmlns:a16="http://schemas.microsoft.com/office/drawing/2014/main" id="{02C14252-7F01-EF5C-116B-A55910323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2880"/>
            <a:ext cx="8467725" cy="640080"/>
          </a:xfrm>
        </p:spPr>
        <p:txBody>
          <a:bodyPr/>
          <a:lstStyle/>
          <a:p>
            <a:r>
              <a:rPr lang="en-US" dirty="0"/>
              <a:t>What is Bishop Fox? 2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08F8ED46-2C8E-5B01-90B4-77F1E77B9B88}"/>
              </a:ext>
            </a:extLst>
          </p:cNvPr>
          <p:cNvSpPr txBox="1">
            <a:spLocks/>
          </p:cNvSpPr>
          <p:nvPr/>
        </p:nvSpPr>
        <p:spPr bwMode="auto">
          <a:xfrm>
            <a:off x="3101580" y="1890219"/>
            <a:ext cx="50958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3D69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3D69"/>
                </a:solidFill>
                <a:latin typeface="HelveticaNeueLT Pro 65 Md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3D69"/>
                </a:solidFill>
                <a:latin typeface="HelveticaNeueLT Pro 65 Md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3D69"/>
                </a:solidFill>
                <a:latin typeface="HelveticaNeueLT Pro 65 Md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3D69"/>
                </a:solidFill>
                <a:latin typeface="HelveticaNeueLT Pro 65 Md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D69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D69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D69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D69"/>
                </a:solidFill>
                <a:latin typeface="Arial" charset="0"/>
              </a:defRPr>
            </a:lvl9pPr>
          </a:lstStyle>
          <a:p>
            <a:pPr>
              <a:defRPr/>
            </a:pPr>
            <a:endParaRPr lang="en-US" sz="1200" kern="0"/>
          </a:p>
        </p:txBody>
      </p:sp>
      <p:sp>
        <p:nvSpPr>
          <p:cNvPr id="7176" name="AutoShape 2" descr="https://usc-powerpoint.officeapps.live.com/pods/GetClipboardImage.ashx?Id=ddeb6509-a4e4-44be-9cf4-14d5ce8c69f4&amp;DC=PUS10&amp;pkey=c44f61af-a561-4bfb-aa53-698f8c4241b3&amp;wdwaccluster=PUS10">
            <a:extLst>
              <a:ext uri="{FF2B5EF4-FFF2-40B4-BE49-F238E27FC236}">
                <a16:creationId xmlns:a16="http://schemas.microsoft.com/office/drawing/2014/main" id="{07585241-162B-F065-0C06-CED419F28F7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78919" y="748904"/>
            <a:ext cx="228600" cy="228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6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598D05-2880-341E-36E9-777B1B4043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8982" y="1437474"/>
            <a:ext cx="7469968" cy="4771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419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5C54C-5EEA-BF65-8D13-E8DDED511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Placeholder 2">
            <a:extLst>
              <a:ext uri="{FF2B5EF4-FFF2-40B4-BE49-F238E27FC236}">
                <a16:creationId xmlns:a16="http://schemas.microsoft.com/office/drawing/2014/main" id="{8477051E-8871-D8AF-5F9D-2E33817F3B69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914400"/>
            <a:ext cx="5638800" cy="4267200"/>
          </a:xfrm>
        </p:spPr>
        <p:txBody>
          <a:bodyPr/>
          <a:lstStyle/>
          <a:p>
            <a:pPr marL="457200" indent="-457200" algn="l">
              <a:buFont typeface="+mj-lt"/>
              <a:buAutoNum type="arabicPeriod"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 good starting point is the OWASP Top Ten.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https://owasp.org/Top10/2025/</a:t>
            </a: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My favorite is “Injection”, because of its high impact. An example of this is SQL injection. </a:t>
            </a: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https://cwe.mitre.org/data/definitions/89.html</a:t>
            </a: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The OWASP Top Ten is an industry standard that lists the top ten most commonly exploited categories of web application vulnerabilities.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 addition to this: 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Business logic errors (i.e. ‘this user can access any loan’)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Missing authentication (i.e. ‘this user can spoof a role’)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API security findings (i.e. BOLA: Broken Object Level Authorization; ‘you can access</a:t>
            </a:r>
            <a:r>
              <a:rPr lang="en-US" alt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200" b="1" dirty="0">
                <a:latin typeface="Aptos Mono" panose="020B0009020202020204" pitchFamily="49" charset="0"/>
                <a:cs typeface="Arial" panose="020B0604020202020204" pitchFamily="34" charset="0"/>
              </a:rPr>
              <a:t>/users/2</a:t>
            </a: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by fiddling the URL parameter even though you shouldn’t be able to’)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Sensitive information disclosure (debug logs)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Cryptographic failures (weak encryption, guessable randomization)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Many, many more. MITRE CWE and OWASP are great resources.</a:t>
            </a:r>
          </a:p>
        </p:txBody>
      </p:sp>
      <p:sp>
        <p:nvSpPr>
          <p:cNvPr id="7171" name="Slide Number Placeholder 3">
            <a:extLst>
              <a:ext uri="{FF2B5EF4-FFF2-40B4-BE49-F238E27FC236}">
                <a16:creationId xmlns:a16="http://schemas.microsoft.com/office/drawing/2014/main" id="{CC7AC0DD-8499-FB65-EEF2-A2F0448D0CB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160000" y="6553200"/>
            <a:ext cx="1727200" cy="228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E715DC2-0728-4765-960B-3867E6882CA1}" type="slidenum">
              <a:rPr lang="en-US" altLang="en-US" sz="900">
                <a:solidFill>
                  <a:schemeClr val="bg1"/>
                </a:solidFill>
              </a:rPr>
              <a:pPr/>
              <a:t>5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7172" name="Title 2">
            <a:extLst>
              <a:ext uri="{FF2B5EF4-FFF2-40B4-BE49-F238E27FC236}">
                <a16:creationId xmlns:a16="http://schemas.microsoft.com/office/drawing/2014/main" id="{F4833D88-02F2-3C6B-5BE4-3C0B7E97A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2880"/>
            <a:ext cx="8467725" cy="640080"/>
          </a:xfrm>
        </p:spPr>
        <p:txBody>
          <a:bodyPr/>
          <a:lstStyle/>
          <a:p>
            <a:r>
              <a:rPr lang="en-US" dirty="0"/>
              <a:t>What do pentest vendors find in general? 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C1ED73A8-5A7D-3BC6-5272-48E1B2A87910}"/>
              </a:ext>
            </a:extLst>
          </p:cNvPr>
          <p:cNvSpPr txBox="1">
            <a:spLocks/>
          </p:cNvSpPr>
          <p:nvPr/>
        </p:nvSpPr>
        <p:spPr bwMode="auto">
          <a:xfrm>
            <a:off x="3101580" y="1890219"/>
            <a:ext cx="50958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3D69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3D69"/>
                </a:solidFill>
                <a:latin typeface="HelveticaNeueLT Pro 65 Md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3D69"/>
                </a:solidFill>
                <a:latin typeface="HelveticaNeueLT Pro 65 Md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3D69"/>
                </a:solidFill>
                <a:latin typeface="HelveticaNeueLT Pro 65 Md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3D69"/>
                </a:solidFill>
                <a:latin typeface="HelveticaNeueLT Pro 65 Md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D69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D69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D69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D69"/>
                </a:solidFill>
                <a:latin typeface="Arial" charset="0"/>
              </a:defRPr>
            </a:lvl9pPr>
          </a:lstStyle>
          <a:p>
            <a:pPr>
              <a:defRPr/>
            </a:pPr>
            <a:endParaRPr lang="en-US" sz="1200" kern="0"/>
          </a:p>
        </p:txBody>
      </p:sp>
      <p:sp>
        <p:nvSpPr>
          <p:cNvPr id="7176" name="AutoShape 2" descr="https://usc-powerpoint.officeapps.live.com/pods/GetClipboardImage.ashx?Id=ddeb6509-a4e4-44be-9cf4-14d5ce8c69f4&amp;DC=PUS10&amp;pkey=c44f61af-a561-4bfb-aa53-698f8c4241b3&amp;wdwaccluster=PUS10">
            <a:extLst>
              <a:ext uri="{FF2B5EF4-FFF2-40B4-BE49-F238E27FC236}">
                <a16:creationId xmlns:a16="http://schemas.microsoft.com/office/drawing/2014/main" id="{DFBA8A79-5591-4FB9-5FA9-D4DA57FCBED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78919" y="748904"/>
            <a:ext cx="228600" cy="228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600"/>
          </a:p>
        </p:txBody>
      </p:sp>
      <p:pic>
        <p:nvPicPr>
          <p:cNvPr id="1026" name="Picture 2" descr="Diagram for CWE-89">
            <a:extLst>
              <a:ext uri="{FF2B5EF4-FFF2-40B4-BE49-F238E27FC236}">
                <a16:creationId xmlns:a16="http://schemas.microsoft.com/office/drawing/2014/main" id="{4CE04280-60B2-D30E-79DE-B9F5E20400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2873" y="1480890"/>
            <a:ext cx="4482959" cy="3896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1322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4DF7D-A7BE-F8C2-8FE8-75422E826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Placeholder 2">
            <a:extLst>
              <a:ext uri="{FF2B5EF4-FFF2-40B4-BE49-F238E27FC236}">
                <a16:creationId xmlns:a16="http://schemas.microsoft.com/office/drawing/2014/main" id="{A2161343-06B6-0F66-72BB-EB67452D905C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914400"/>
            <a:ext cx="11125200" cy="4267200"/>
          </a:xfrm>
        </p:spPr>
        <p:txBody>
          <a:bodyPr/>
          <a:lstStyle/>
          <a:p>
            <a:pPr marL="457200" indent="-457200" algn="l">
              <a:buFont typeface="+mj-lt"/>
              <a:buAutoNum type="arabicPeriod"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 lot! Bishop Fox has found many different vulnerabilities through a combination of their testing types: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Missing authentication on web apps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SQL Injection (essentially database remote code execution)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Config errors that only exist in non-prod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Forgeable user roles due to a lack of server-side validation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Cross-Site Scripting (</a:t>
            </a:r>
            <a:r>
              <a:rPr lang="en-US" alt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javascript</a:t>
            </a: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injection on the browser)</a:t>
            </a:r>
          </a:p>
          <a:p>
            <a:pPr marL="1028700" lvl="2" indent="-457200">
              <a:buFont typeface="+mj-lt"/>
              <a:buAutoNum type="arabicPeriod"/>
            </a:pPr>
            <a:r>
              <a:rPr lang="en-US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This can be used to steal session tokens or phish users, among many other useful things from an attacker POV.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…many more.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It’s important to continually test websites because there’s a lot of vulnerabilities that static scanning tools (SAST), and even DAST (Dynamic Web-based testing) tools don’t detect!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Business logic errors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Auth that doesn’t actually work or enforce a role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Situational vulnerabilities that only surface after you deploy code to a real host</a:t>
            </a:r>
          </a:p>
          <a:p>
            <a:pPr marL="1028700" lvl="2" indent="-457200">
              <a:buFont typeface="+mj-lt"/>
              <a:buAutoNum type="arabicPeriod"/>
            </a:pPr>
            <a:r>
              <a:rPr lang="en-US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…or that only surface when a real user is using your web application.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Code changes that cause </a:t>
            </a: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dormant vulnerabilities to surface</a:t>
            </a:r>
            <a:endParaRPr lang="en-US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71" name="Slide Number Placeholder 3">
            <a:extLst>
              <a:ext uri="{FF2B5EF4-FFF2-40B4-BE49-F238E27FC236}">
                <a16:creationId xmlns:a16="http://schemas.microsoft.com/office/drawing/2014/main" id="{4D91CD4E-16EC-FB38-C046-4FAD065E3B8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160000" y="6553200"/>
            <a:ext cx="1727200" cy="228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E715DC2-0728-4765-960B-3867E6882CA1}" type="slidenum">
              <a:rPr lang="en-US" altLang="en-US" sz="900">
                <a:solidFill>
                  <a:schemeClr val="bg1"/>
                </a:solidFill>
              </a:rPr>
              <a:pPr/>
              <a:t>6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7172" name="Title 2">
            <a:extLst>
              <a:ext uri="{FF2B5EF4-FFF2-40B4-BE49-F238E27FC236}">
                <a16:creationId xmlns:a16="http://schemas.microsoft.com/office/drawing/2014/main" id="{9994CEBF-EBC7-F307-1ED0-1E44D1CB7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2880"/>
            <a:ext cx="8467725" cy="640080"/>
          </a:xfrm>
        </p:spPr>
        <p:txBody>
          <a:bodyPr/>
          <a:lstStyle/>
          <a:p>
            <a:r>
              <a:rPr lang="en-US" dirty="0"/>
              <a:t>What have they found? 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07791DC3-0059-E5D1-6806-4E845A193C14}"/>
              </a:ext>
            </a:extLst>
          </p:cNvPr>
          <p:cNvSpPr txBox="1">
            <a:spLocks/>
          </p:cNvSpPr>
          <p:nvPr/>
        </p:nvSpPr>
        <p:spPr bwMode="auto">
          <a:xfrm>
            <a:off x="3101580" y="1890219"/>
            <a:ext cx="50958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3D69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3D69"/>
                </a:solidFill>
                <a:latin typeface="HelveticaNeueLT Pro 65 Md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3D69"/>
                </a:solidFill>
                <a:latin typeface="HelveticaNeueLT Pro 65 Md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3D69"/>
                </a:solidFill>
                <a:latin typeface="HelveticaNeueLT Pro 65 Md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3D69"/>
                </a:solidFill>
                <a:latin typeface="HelveticaNeueLT Pro 65 Md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D69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D69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D69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D69"/>
                </a:solidFill>
                <a:latin typeface="Arial" charset="0"/>
              </a:defRPr>
            </a:lvl9pPr>
          </a:lstStyle>
          <a:p>
            <a:pPr>
              <a:defRPr/>
            </a:pPr>
            <a:endParaRPr lang="en-US" sz="1200" kern="0"/>
          </a:p>
        </p:txBody>
      </p:sp>
      <p:sp>
        <p:nvSpPr>
          <p:cNvPr id="7176" name="AutoShape 2" descr="https://usc-powerpoint.officeapps.live.com/pods/GetClipboardImage.ashx?Id=ddeb6509-a4e4-44be-9cf4-14d5ce8c69f4&amp;DC=PUS10&amp;pkey=c44f61af-a561-4bfb-aa53-698f8c4241b3&amp;wdwaccluster=PUS10">
            <a:extLst>
              <a:ext uri="{FF2B5EF4-FFF2-40B4-BE49-F238E27FC236}">
                <a16:creationId xmlns:a16="http://schemas.microsoft.com/office/drawing/2014/main" id="{30575497-0A2F-67C9-486C-E73204C1AE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78919" y="748904"/>
            <a:ext cx="228600" cy="228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600"/>
          </a:p>
        </p:txBody>
      </p:sp>
    </p:spTree>
    <p:extLst>
      <p:ext uri="{BB962C8B-B14F-4D97-AF65-F5344CB8AC3E}">
        <p14:creationId xmlns:p14="http://schemas.microsoft.com/office/powerpoint/2010/main" val="2456502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348F9-28F3-70DD-5C61-0D58B3D2C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Placeholder 2">
            <a:extLst>
              <a:ext uri="{FF2B5EF4-FFF2-40B4-BE49-F238E27FC236}">
                <a16:creationId xmlns:a16="http://schemas.microsoft.com/office/drawing/2014/main" id="{CB4D3A3A-DE63-BCF9-17C7-8687D8C23535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914400"/>
            <a:ext cx="11125200" cy="4267200"/>
          </a:xfrm>
        </p:spPr>
        <p:txBody>
          <a:bodyPr/>
          <a:lstStyle/>
          <a:p>
            <a:pPr marL="457200" indent="-457200" algn="l">
              <a:buFont typeface="+mj-lt"/>
              <a:buAutoNum type="arabicPeriod"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We are switching penetration test vendors this year and have a few in mind.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Final Frontier and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NetSPI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are our current picks. More are in an internal list in SharePoint.</a:t>
            </a:r>
          </a:p>
          <a:p>
            <a:pPr marL="457200" indent="-457200">
              <a:buFont typeface="+mj-lt"/>
              <a:buAutoNum type="arabicPeriod"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It’s beneficial to switch penetration vendors for a few reasons.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New perspectives: Each vendor has its own collection of experts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New tools: Each vendor has a different tool list and training methodology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New pricing: It’s possible we will save money by switching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Industry pressure: At a macro level, it encourages vendors to compete with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eachother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7171" name="Slide Number Placeholder 3">
            <a:extLst>
              <a:ext uri="{FF2B5EF4-FFF2-40B4-BE49-F238E27FC236}">
                <a16:creationId xmlns:a16="http://schemas.microsoft.com/office/drawing/2014/main" id="{7B9DD341-6EE6-8064-3F73-D4FBC74478C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160000" y="6553200"/>
            <a:ext cx="1727200" cy="228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E715DC2-0728-4765-960B-3867E6882CA1}" type="slidenum">
              <a:rPr lang="en-US" altLang="en-US" sz="900">
                <a:solidFill>
                  <a:schemeClr val="bg1"/>
                </a:solidFill>
              </a:rPr>
              <a:pPr/>
              <a:t>7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7172" name="Title 2">
            <a:extLst>
              <a:ext uri="{FF2B5EF4-FFF2-40B4-BE49-F238E27FC236}">
                <a16:creationId xmlns:a16="http://schemas.microsoft.com/office/drawing/2014/main" id="{238E5470-903B-B8B9-F70F-5083CD2D7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2880"/>
            <a:ext cx="8467725" cy="640080"/>
          </a:xfrm>
        </p:spPr>
        <p:txBody>
          <a:bodyPr/>
          <a:lstStyle/>
          <a:p>
            <a:r>
              <a:rPr lang="en-US" dirty="0"/>
              <a:t>Switching Vendors? 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432F8B31-6B92-4617-7182-E830F870C406}"/>
              </a:ext>
            </a:extLst>
          </p:cNvPr>
          <p:cNvSpPr txBox="1">
            <a:spLocks/>
          </p:cNvSpPr>
          <p:nvPr/>
        </p:nvSpPr>
        <p:spPr bwMode="auto">
          <a:xfrm>
            <a:off x="3101580" y="1890219"/>
            <a:ext cx="50958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3D69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3D69"/>
                </a:solidFill>
                <a:latin typeface="HelveticaNeueLT Pro 65 Md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3D69"/>
                </a:solidFill>
                <a:latin typeface="HelveticaNeueLT Pro 65 Md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3D69"/>
                </a:solidFill>
                <a:latin typeface="HelveticaNeueLT Pro 65 Md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3D69"/>
                </a:solidFill>
                <a:latin typeface="HelveticaNeueLT Pro 65 Md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D69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D69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D69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D69"/>
                </a:solidFill>
                <a:latin typeface="Arial" charset="0"/>
              </a:defRPr>
            </a:lvl9pPr>
          </a:lstStyle>
          <a:p>
            <a:pPr>
              <a:defRPr/>
            </a:pPr>
            <a:endParaRPr lang="en-US" sz="1200" kern="0"/>
          </a:p>
        </p:txBody>
      </p:sp>
      <p:sp>
        <p:nvSpPr>
          <p:cNvPr id="7176" name="AutoShape 2" descr="https://usc-powerpoint.officeapps.live.com/pods/GetClipboardImage.ashx?Id=ddeb6509-a4e4-44be-9cf4-14d5ce8c69f4&amp;DC=PUS10&amp;pkey=c44f61af-a561-4bfb-aa53-698f8c4241b3&amp;wdwaccluster=PUS10">
            <a:extLst>
              <a:ext uri="{FF2B5EF4-FFF2-40B4-BE49-F238E27FC236}">
                <a16:creationId xmlns:a16="http://schemas.microsoft.com/office/drawing/2014/main" id="{460D1B00-23EA-215F-57CC-C31E21BB29B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78919" y="748904"/>
            <a:ext cx="228600" cy="228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600"/>
          </a:p>
        </p:txBody>
      </p:sp>
    </p:spTree>
    <p:extLst>
      <p:ext uri="{BB962C8B-B14F-4D97-AF65-F5344CB8AC3E}">
        <p14:creationId xmlns:p14="http://schemas.microsoft.com/office/powerpoint/2010/main" val="2993661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742AA-05BE-2117-E0DB-CD155F013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Placeholder 2">
            <a:extLst>
              <a:ext uri="{FF2B5EF4-FFF2-40B4-BE49-F238E27FC236}">
                <a16:creationId xmlns:a16="http://schemas.microsoft.com/office/drawing/2014/main" id="{45065208-8C86-C06C-7E66-6B0BC56BE601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914400"/>
            <a:ext cx="11125200" cy="53848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What sites have you already tested?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I have an internal list I can provide, but so far: LoanDock Client Site, LoanView,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FastLane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Web, CLS.com, LMS Italia Frontend/Backend, and Silver Hill Document Portal.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What sites are you planning to test?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HomeLend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LakeviewConnect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, LMS Italia Frontend/Backend (again), LoanDock Client Site (again).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How long do pentests take?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Generally, 1-2 weeks depending on how big the app is.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We get the same amount of time for re-test: Re-test is when we fix the vulnerability, and the vendor validates that the fix actually fixed the vulnerability. So, an engagement usually takes a month per-app.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What is in scope?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All externally-accessible sites that Bayview deploys, usually only if we have source code. There is 1 site,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HomeLend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that we self-host in AWS, but lack source code for, but we are testing it because it has a very high business importance.</a:t>
            </a:r>
          </a:p>
          <a:p>
            <a:pPr marL="457200" indent="-457200">
              <a:buFont typeface="+mj-lt"/>
              <a:buAutoNum type="arabicPeriod"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en-US" sz="1400" b="1" u="sng" dirty="0">
                <a:latin typeface="Arial" panose="020B0604020202020204" pitchFamily="34" charset="0"/>
                <a:cs typeface="Arial" panose="020B0604020202020204" pitchFamily="34" charset="0"/>
              </a:rPr>
              <a:t>&lt;Please feel free to ask a question&gt;</a:t>
            </a:r>
          </a:p>
        </p:txBody>
      </p:sp>
      <p:sp>
        <p:nvSpPr>
          <p:cNvPr id="7171" name="Slide Number Placeholder 3">
            <a:extLst>
              <a:ext uri="{FF2B5EF4-FFF2-40B4-BE49-F238E27FC236}">
                <a16:creationId xmlns:a16="http://schemas.microsoft.com/office/drawing/2014/main" id="{90DA6752-53C2-65F8-40AC-0AF30A7150A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160000" y="6553200"/>
            <a:ext cx="1727200" cy="228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E715DC2-0728-4765-960B-3867E6882CA1}" type="slidenum">
              <a:rPr lang="en-US" altLang="en-US" sz="900">
                <a:solidFill>
                  <a:schemeClr val="bg1"/>
                </a:solidFill>
              </a:rPr>
              <a:pPr/>
              <a:t>8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7172" name="Title 2">
            <a:extLst>
              <a:ext uri="{FF2B5EF4-FFF2-40B4-BE49-F238E27FC236}">
                <a16:creationId xmlns:a16="http://schemas.microsoft.com/office/drawing/2014/main" id="{A3D0844A-9DA2-6D8B-A0CB-A160390AD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2880"/>
            <a:ext cx="8467725" cy="640080"/>
          </a:xfrm>
        </p:spPr>
        <p:txBody>
          <a:bodyPr/>
          <a:lstStyle/>
          <a:p>
            <a:r>
              <a:rPr lang="en-US" dirty="0"/>
              <a:t>Penetration Testing: FAQ and Questions</a:t>
            </a:r>
          </a:p>
        </p:txBody>
      </p:sp>
      <p:sp>
        <p:nvSpPr>
          <p:cNvPr id="7176" name="AutoShape 2" descr="https://usc-powerpoint.officeapps.live.com/pods/GetClipboardImage.ashx?Id=ddeb6509-a4e4-44be-9cf4-14d5ce8c69f4&amp;DC=PUS10&amp;pkey=c44f61af-a561-4bfb-aa53-698f8c4241b3&amp;wdwaccluster=PUS10">
            <a:extLst>
              <a:ext uri="{FF2B5EF4-FFF2-40B4-BE49-F238E27FC236}">
                <a16:creationId xmlns:a16="http://schemas.microsoft.com/office/drawing/2014/main" id="{02B0645D-AB6F-239C-F283-FB89CC7934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78919" y="748904"/>
            <a:ext cx="228600" cy="228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600"/>
          </a:p>
        </p:txBody>
      </p:sp>
    </p:spTree>
    <p:extLst>
      <p:ext uri="{BB962C8B-B14F-4D97-AF65-F5344CB8AC3E}">
        <p14:creationId xmlns:p14="http://schemas.microsoft.com/office/powerpoint/2010/main" val="1539428675"/>
      </p:ext>
    </p:extLst>
  </p:cSld>
  <p:clrMapOvr>
    <a:masterClrMapping/>
  </p:clrMapOvr>
</p:sld>
</file>

<file path=ppt/theme/theme1.xml><?xml version="1.0" encoding="utf-8"?>
<a:theme xmlns:a="http://schemas.openxmlformats.org/drawingml/2006/main" name="2007_Bayview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ayview">
      <a:majorFont>
        <a:latin typeface="HelveticaNeueLT Pro 65 Md"/>
        <a:ea typeface=""/>
        <a:cs typeface=""/>
      </a:majorFont>
      <a:minorFont>
        <a:latin typeface="HelveticaNeueLT Pro 65 M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rgbClr val="FF99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800" b="0" i="0" u="none" strike="noStrike" cap="none" normalizeH="0" baseline="0" smtClean="0">
            <a:ln>
              <a:noFill/>
            </a:ln>
            <a:solidFill>
              <a:srgbClr val="003366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rgbClr val="FF99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800" b="0" i="0" u="none" strike="noStrike" cap="none" normalizeH="0" baseline="0" smtClean="0">
            <a:ln>
              <a:noFill/>
            </a:ln>
            <a:solidFill>
              <a:srgbClr val="003366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2007_Bayview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07_Bayview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7_Bayview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7_Bayview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7_Bayview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7_Bayview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7_Bayview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22ea2f7b-fe6f-4cea-94a2-f8529ccdbcba">
      <UserInfo>
        <DisplayName>Steve Rodriguez</DisplayName>
        <AccountId>13</AccountId>
        <AccountType/>
      </UserInfo>
      <UserInfo>
        <DisplayName>Arturo Perez</DisplayName>
        <AccountId>19</AccountId>
        <AccountType/>
      </UserInfo>
      <UserInfo>
        <DisplayName>Nate Wilkey</DisplayName>
        <AccountId>23</AccountId>
        <AccountType/>
      </UserInfo>
      <UserInfo>
        <DisplayName>SharingLinks.43505ca2-475f-464c-967a-dd51e076091a.Flexible.59cb768e-bd32-4026-ad33-ab67ae9711e7</DisplayName>
        <AccountId>24</AccountId>
        <AccountType/>
      </UserInfo>
      <UserInfo>
        <DisplayName>Limited Access System Group For List 6ca9bcb0-4efa-4f67-b784-6083b04a2a80</DisplayName>
        <AccountId>25</AccountId>
        <AccountType/>
      </UserInfo>
      <UserInfo>
        <DisplayName>Alexander Suarez</DisplayName>
        <AccountId>33</AccountId>
        <AccountType/>
      </UserInfo>
      <UserInfo>
        <DisplayName>Eddie Buitrago</DisplayName>
        <AccountId>38</AccountId>
        <AccountType/>
      </UserInfo>
      <UserInfo>
        <DisplayName>Richard O'Brien</DisplayName>
        <AccountId>41</AccountId>
        <AccountType/>
      </UserInfo>
      <UserInfo>
        <DisplayName>Snezhanna Marcano</DisplayName>
        <AccountId>17</AccountId>
        <AccountType/>
      </UserInfo>
      <UserInfo>
        <DisplayName>Carlos Longa</DisplayName>
        <AccountId>494</AccountId>
        <AccountType/>
      </UserInfo>
    </SharedWithUsers>
    <lcf76f155ced4ddcb4097134ff3c332f xmlns="6ca9bcb0-4efa-4f67-b784-6083b04a2a80">
      <Terms xmlns="http://schemas.microsoft.com/office/infopath/2007/PartnerControls"/>
    </lcf76f155ced4ddcb4097134ff3c332f>
    <TaxCatchAll xmlns="22ea2f7b-fe6f-4cea-94a2-f8529ccdbcba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LongProperties xmlns="http://schemas.microsoft.com/office/2006/metadata/longProperties"/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B8D792CF04CA54485B181F999321BCE" ma:contentTypeVersion="16" ma:contentTypeDescription="Create a new document." ma:contentTypeScope="" ma:versionID="9ac8c3b5907b40fbd630024cb4ba69a0">
  <xsd:schema xmlns:xsd="http://www.w3.org/2001/XMLSchema" xmlns:xs="http://www.w3.org/2001/XMLSchema" xmlns:p="http://schemas.microsoft.com/office/2006/metadata/properties" xmlns:ns1="http://schemas.microsoft.com/sharepoint/v3" xmlns:ns2="6ca9bcb0-4efa-4f67-b784-6083b04a2a80" xmlns:ns3="22ea2f7b-fe6f-4cea-94a2-f8529ccdbcba" targetNamespace="http://schemas.microsoft.com/office/2006/metadata/properties" ma:root="true" ma:fieldsID="d8bdfdeb07682d2965917f44fb2e5030" ns1:_="" ns2:_="" ns3:_="">
    <xsd:import namespace="http://schemas.microsoft.com/sharepoint/v3"/>
    <xsd:import namespace="6ca9bcb0-4efa-4f67-b784-6083b04a2a80"/>
    <xsd:import namespace="22ea2f7b-fe6f-4cea-94a2-f8529ccdbcb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LengthInSecond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a9bcb0-4efa-4f67-b784-6083b04a2a8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025646c8-beb0-4214-bb72-bcc2d6571c0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ea2f7b-fe6f-4cea-94a2-f8529ccdbcba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49ca8da8-81b5-4e1f-b490-e5530d975492}" ma:internalName="TaxCatchAll" ma:showField="CatchAllData" ma:web="22ea2f7b-fe6f-4cea-94a2-f8529ccdbcb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C153F97-6355-45EB-993A-4CD212C74417}">
  <ds:schemaRefs>
    <ds:schemaRef ds:uri="22ea2f7b-fe6f-4cea-94a2-f8529ccdbcba"/>
    <ds:schemaRef ds:uri="http://schemas.microsoft.com/office/2006/metadata/properties"/>
    <ds:schemaRef ds:uri="http://purl.org/dc/terms/"/>
    <ds:schemaRef ds:uri="http://purl.org/dc/dcmitype/"/>
    <ds:schemaRef ds:uri="6ca9bcb0-4efa-4f67-b784-6083b04a2a80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2F6EA1F8-3E0A-4E40-8734-0894C56E385A}">
  <ds:schemaRefs>
    <ds:schemaRef ds:uri="http://schemas.microsoft.com/office/2006/metadata/longProperties"/>
  </ds:schemaRefs>
</ds:datastoreItem>
</file>

<file path=customXml/itemProps3.xml><?xml version="1.0" encoding="utf-8"?>
<ds:datastoreItem xmlns:ds="http://schemas.openxmlformats.org/officeDocument/2006/customXml" ds:itemID="{98CD8EF3-65FB-4A6D-9029-7BCB8F85C41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ca9bcb0-4efa-4f67-b784-6083b04a2a80"/>
    <ds:schemaRef ds:uri="22ea2f7b-fe6f-4cea-94a2-f8529ccdbcb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02C09789-3378-4FA8-A6D3-F0B2F7EE8E8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27e0154-5da1-4a9f-a0dd-5cf024181008}" enabled="1" method="Privileged" siteId="{b69d2824-6a9f-4f56-8c46-af69a163f59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2007_Bayview</Template>
  <TotalTime>466</TotalTime>
  <Words>965</Words>
  <Application>Microsoft Office PowerPoint</Application>
  <PresentationFormat>Widescreen</PresentationFormat>
  <Paragraphs>90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 Mono</vt:lpstr>
      <vt:lpstr>Arial</vt:lpstr>
      <vt:lpstr>Century Gothic</vt:lpstr>
      <vt:lpstr>HelveticaNeueLT Pro 55 Roman</vt:lpstr>
      <vt:lpstr>HelveticaNeueLT Pro 65 Md</vt:lpstr>
      <vt:lpstr>Times New Roman</vt:lpstr>
      <vt:lpstr>Wingdings</vt:lpstr>
      <vt:lpstr>2007_Bayview</vt:lpstr>
      <vt:lpstr>Information Security Risk &amp; Compliance (ISRC) Bishop Fox and Penetration Testing at Bayview Henry Post - May 2026</vt:lpstr>
      <vt:lpstr>Meta slide</vt:lpstr>
      <vt:lpstr>What is Bishop Fox? 1</vt:lpstr>
      <vt:lpstr>What is Bishop Fox? 2</vt:lpstr>
      <vt:lpstr>What do pentest vendors find in general? </vt:lpstr>
      <vt:lpstr>What have they found? </vt:lpstr>
      <vt:lpstr>Switching Vendors? </vt:lpstr>
      <vt:lpstr>Penetration Testing: FAQ and Questions</vt:lpstr>
    </vt:vector>
  </TitlesOfParts>
  <Company>bftg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</dc:title>
  <dc:creator>bftg</dc:creator>
  <cp:lastModifiedBy>Henry Post</cp:lastModifiedBy>
  <cp:revision>15</cp:revision>
  <dcterms:created xsi:type="dcterms:W3CDTF">2004-07-08T15:09:34Z</dcterms:created>
  <dcterms:modified xsi:type="dcterms:W3CDTF">2026-04-29T18:01:34Z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mpany">
    <vt:lpwstr>BAM</vt:lpwstr>
  </property>
  <property fmtid="{D5CDD505-2E9C-101B-9397-08002B2CF9AE}" pid="3" name="Order">
    <vt:lpwstr>100.000000000000</vt:lpwstr>
  </property>
  <property fmtid="{D5CDD505-2E9C-101B-9397-08002B2CF9AE}" pid="4" name="ContentTypeId">
    <vt:lpwstr>0x010100CB8D792CF04CA54485B181F999321BCE</vt:lpwstr>
  </property>
  <property fmtid="{D5CDD505-2E9C-101B-9397-08002B2CF9AE}" pid="5" name="MediaServiceImageTags">
    <vt:lpwstr/>
  </property>
</Properties>
</file>