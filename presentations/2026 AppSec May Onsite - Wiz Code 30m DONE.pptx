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0" r:id="rId5"/>
  </p:sldMasterIdLst>
  <p:notesMasterIdLst>
    <p:notesMasterId r:id="rId18"/>
  </p:notesMasterIdLst>
  <p:handoutMasterIdLst>
    <p:handoutMasterId r:id="rId19"/>
  </p:handoutMasterIdLst>
  <p:sldIdLst>
    <p:sldId id="850" r:id="rId6"/>
    <p:sldId id="854" r:id="rId7"/>
    <p:sldId id="857" r:id="rId8"/>
    <p:sldId id="863" r:id="rId9"/>
    <p:sldId id="864" r:id="rId10"/>
    <p:sldId id="865" r:id="rId11"/>
    <p:sldId id="866" r:id="rId12"/>
    <p:sldId id="867" r:id="rId13"/>
    <p:sldId id="868" r:id="rId14"/>
    <p:sldId id="870" r:id="rId15"/>
    <p:sldId id="871" r:id="rId16"/>
    <p:sldId id="869" r:id="rId17"/>
  </p:sldIdLst>
  <p:sldSz cx="12192000" cy="6858000"/>
  <p:notesSz cx="68580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800" kern="1200">
        <a:solidFill>
          <a:srgbClr val="003366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800" kern="1200">
        <a:solidFill>
          <a:srgbClr val="003366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800" kern="1200">
        <a:solidFill>
          <a:srgbClr val="003366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800" kern="1200">
        <a:solidFill>
          <a:srgbClr val="003366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800" kern="1200">
        <a:solidFill>
          <a:srgbClr val="003366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800" kern="1200">
        <a:solidFill>
          <a:srgbClr val="003366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800" kern="1200">
        <a:solidFill>
          <a:srgbClr val="003366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800" kern="1200">
        <a:solidFill>
          <a:srgbClr val="003366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800" kern="1200">
        <a:solidFill>
          <a:srgbClr val="003366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816AB1FE-7A0B-4D3B-B8A2-11298DB480C3}">
          <p14:sldIdLst>
            <p14:sldId id="850"/>
            <p14:sldId id="854"/>
            <p14:sldId id="857"/>
            <p14:sldId id="863"/>
            <p14:sldId id="864"/>
            <p14:sldId id="865"/>
            <p14:sldId id="866"/>
            <p14:sldId id="867"/>
            <p14:sldId id="868"/>
            <p14:sldId id="870"/>
            <p14:sldId id="871"/>
            <p14:sldId id="869"/>
          </p14:sldIdLst>
        </p14:section>
        <p14:section name="Appendix" id="{9FB23AE7-9FEB-4A00-8F27-C299081056D6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20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errie Jennings" initials="TJ" lastIdx="1" clrIdx="0">
    <p:extLst>
      <p:ext uri="{19B8F6BF-5375-455C-9EA6-DF929625EA0E}">
        <p15:presenceInfo xmlns:p15="http://schemas.microsoft.com/office/powerpoint/2012/main" userId="S-1-5-21-805777034-2026243614-620655208-164001" providerId="AD"/>
      </p:ext>
    </p:extLst>
  </p:cmAuthor>
  <p:cmAuthor id="2" name="Adam Munger" initials="AM" lastIdx="1" clrIdx="1">
    <p:extLst>
      <p:ext uri="{19B8F6BF-5375-455C-9EA6-DF929625EA0E}">
        <p15:presenceInfo xmlns:p15="http://schemas.microsoft.com/office/powerpoint/2012/main" userId="S::AdamMunger@bftg.com::ce04a5c5-321b-4724-be9d-5e750e95cdec" providerId="AD"/>
      </p:ext>
    </p:extLst>
  </p:cmAuthor>
  <p:cmAuthor id="3" name="Terrie Jennings" initials="TJ [2]" lastIdx="2" clrIdx="2">
    <p:extLst>
      <p:ext uri="{19B8F6BF-5375-455C-9EA6-DF929625EA0E}">
        <p15:presenceInfo xmlns:p15="http://schemas.microsoft.com/office/powerpoint/2012/main" userId="S::terrijennings@bftg.com::ca200743-bc5e-4eb0-b4b1-a6262666d88d" providerId="AD"/>
      </p:ext>
    </p:extLst>
  </p:cmAuthor>
  <p:cmAuthor id="4" name="Rob Freeman" initials="RF" lastIdx="3" clrIdx="3">
    <p:extLst>
      <p:ext uri="{19B8F6BF-5375-455C-9EA6-DF929625EA0E}">
        <p15:presenceInfo xmlns:p15="http://schemas.microsoft.com/office/powerpoint/2012/main" userId="S::RobertFreeman@bftg.com::400228c1-7b1d-4db0-8bed-872cab6e748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7CE"/>
    <a:srgbClr val="FFCC66"/>
    <a:srgbClr val="FFFF99"/>
    <a:srgbClr val="FFFFCC"/>
    <a:srgbClr val="FBFBFB"/>
    <a:srgbClr val="FFFFFF"/>
    <a:srgbClr val="F3F7FC"/>
    <a:srgbClr val="FF0000"/>
    <a:srgbClr val="339933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>
        <p:guide orient="horz" pos="120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928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handoutMaster" Target="handoutMasters/handout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ry Post" userId="3f530ee7-1750-4c16-8a11-5c6ebeb3e15f" providerId="ADAL" clId="{D11670C1-A326-4B7E-A4A3-6F1E29230AED}"/>
    <pc:docChg chg="undo custSel addSld delSld modSld sldOrd modSection">
      <pc:chgData name="Henry Post" userId="3f530ee7-1750-4c16-8a11-5c6ebeb3e15f" providerId="ADAL" clId="{D11670C1-A326-4B7E-A4A3-6F1E29230AED}" dt="2026-04-30T04:16:41.430" v="13042" actId="20577"/>
      <pc:docMkLst>
        <pc:docMk/>
      </pc:docMkLst>
      <pc:sldChg chg="modSp mod">
        <pc:chgData name="Henry Post" userId="3f530ee7-1750-4c16-8a11-5c6ebeb3e15f" providerId="ADAL" clId="{D11670C1-A326-4B7E-A4A3-6F1E29230AED}" dt="2026-04-28T19:18:08.169" v="12808" actId="20577"/>
        <pc:sldMkLst>
          <pc:docMk/>
          <pc:sldMk cId="3296201293" sldId="850"/>
        </pc:sldMkLst>
        <pc:spChg chg="mod">
          <ac:chgData name="Henry Post" userId="3f530ee7-1750-4c16-8a11-5c6ebeb3e15f" providerId="ADAL" clId="{D11670C1-A326-4B7E-A4A3-6F1E29230AED}" dt="2026-04-28T19:18:08.169" v="12808" actId="20577"/>
          <ac:spMkLst>
            <pc:docMk/>
            <pc:sldMk cId="3296201293" sldId="850"/>
            <ac:spMk id="2" creationId="{00000000-0000-0000-0000-000000000000}"/>
          </ac:spMkLst>
        </pc:spChg>
      </pc:sldChg>
      <pc:sldChg chg="addSp delSp modSp mod">
        <pc:chgData name="Henry Post" userId="3f530ee7-1750-4c16-8a11-5c6ebeb3e15f" providerId="ADAL" clId="{D11670C1-A326-4B7E-A4A3-6F1E29230AED}" dt="2026-04-24T21:28:37.881" v="4272" actId="20577"/>
        <pc:sldMkLst>
          <pc:docMk/>
          <pc:sldMk cId="3605476898" sldId="854"/>
        </pc:sldMkLst>
        <pc:spChg chg="mod">
          <ac:chgData name="Henry Post" userId="3f530ee7-1750-4c16-8a11-5c6ebeb3e15f" providerId="ADAL" clId="{D11670C1-A326-4B7E-A4A3-6F1E29230AED}" dt="2026-04-24T21:28:37.881" v="4272" actId="20577"/>
          <ac:spMkLst>
            <pc:docMk/>
            <pc:sldMk cId="3605476898" sldId="854"/>
            <ac:spMk id="6146" creationId="{E0808C00-1929-5C84-C1EA-20546BA30D6D}"/>
          </ac:spMkLst>
        </pc:spChg>
        <pc:spChg chg="mod">
          <ac:chgData name="Henry Post" userId="3f530ee7-1750-4c16-8a11-5c6ebeb3e15f" providerId="ADAL" clId="{D11670C1-A326-4B7E-A4A3-6F1E29230AED}" dt="2026-04-24T20:27:13.749" v="110" actId="20577"/>
          <ac:spMkLst>
            <pc:docMk/>
            <pc:sldMk cId="3605476898" sldId="854"/>
            <ac:spMk id="7172" creationId="{C788B9A5-B3F6-C730-AD96-0264E5286950}"/>
          </ac:spMkLst>
        </pc:spChg>
        <pc:picChg chg="add mod">
          <ac:chgData name="Henry Post" userId="3f530ee7-1750-4c16-8a11-5c6ebeb3e15f" providerId="ADAL" clId="{D11670C1-A326-4B7E-A4A3-6F1E29230AED}" dt="2026-04-24T20:35:16.945" v="850" actId="1076"/>
          <ac:picMkLst>
            <pc:docMk/>
            <pc:sldMk cId="3605476898" sldId="854"/>
            <ac:picMk id="1026" creationId="{19FAF136-D8B0-91AD-D145-633D53E92D4C}"/>
          </ac:picMkLst>
        </pc:picChg>
      </pc:sldChg>
      <pc:sldChg chg="addSp delSp modSp add mod ord modShow">
        <pc:chgData name="Henry Post" userId="3f530ee7-1750-4c16-8a11-5c6ebeb3e15f" providerId="ADAL" clId="{D11670C1-A326-4B7E-A4A3-6F1E29230AED}" dt="2026-04-30T04:16:41.430" v="13042" actId="20577"/>
        <pc:sldMkLst>
          <pc:docMk/>
          <pc:sldMk cId="3257043653" sldId="857"/>
        </pc:sldMkLst>
        <pc:spChg chg="add mod">
          <ac:chgData name="Henry Post" userId="3f530ee7-1750-4c16-8a11-5c6ebeb3e15f" providerId="ADAL" clId="{D11670C1-A326-4B7E-A4A3-6F1E29230AED}" dt="2026-04-27T17:40:25.846" v="5635" actId="1076"/>
          <ac:spMkLst>
            <pc:docMk/>
            <pc:sldMk cId="3257043653" sldId="857"/>
            <ac:spMk id="3" creationId="{E3D5D194-CEF7-3367-B0F1-56C05C0D8B28}"/>
          </ac:spMkLst>
        </pc:spChg>
        <pc:spChg chg="mod">
          <ac:chgData name="Henry Post" userId="3f530ee7-1750-4c16-8a11-5c6ebeb3e15f" providerId="ADAL" clId="{D11670C1-A326-4B7E-A4A3-6F1E29230AED}" dt="2026-04-30T04:16:41.430" v="13042" actId="20577"/>
          <ac:spMkLst>
            <pc:docMk/>
            <pc:sldMk cId="3257043653" sldId="857"/>
            <ac:spMk id="6146" creationId="{16C0C474-2A6C-00CA-E22A-37E81C9B278F}"/>
          </ac:spMkLst>
        </pc:spChg>
        <pc:spChg chg="mod">
          <ac:chgData name="Henry Post" userId="3f530ee7-1750-4c16-8a11-5c6ebeb3e15f" providerId="ADAL" clId="{D11670C1-A326-4B7E-A4A3-6F1E29230AED}" dt="2026-04-27T17:28:35.040" v="4320" actId="20577"/>
          <ac:spMkLst>
            <pc:docMk/>
            <pc:sldMk cId="3257043653" sldId="857"/>
            <ac:spMk id="7172" creationId="{31C1C048-0648-3308-DDE2-2728D2268F83}"/>
          </ac:spMkLst>
        </pc:spChg>
      </pc:sldChg>
      <pc:sldChg chg="addSp modSp add mod">
        <pc:chgData name="Henry Post" userId="3f530ee7-1750-4c16-8a11-5c6ebeb3e15f" providerId="ADAL" clId="{D11670C1-A326-4B7E-A4A3-6F1E29230AED}" dt="2026-04-27T17:53:16.310" v="5666" actId="1076"/>
        <pc:sldMkLst>
          <pc:docMk/>
          <pc:sldMk cId="3196405577" sldId="863"/>
        </pc:sldMkLst>
        <pc:spChg chg="mod">
          <ac:chgData name="Henry Post" userId="3f530ee7-1750-4c16-8a11-5c6ebeb3e15f" providerId="ADAL" clId="{D11670C1-A326-4B7E-A4A3-6F1E29230AED}" dt="2026-04-27T17:53:06.214" v="5662" actId="20577"/>
          <ac:spMkLst>
            <pc:docMk/>
            <pc:sldMk cId="3196405577" sldId="863"/>
            <ac:spMk id="6146" creationId="{220EFF64-B82A-C07C-932F-75C931E3FECD}"/>
          </ac:spMkLst>
        </pc:spChg>
        <pc:spChg chg="mod">
          <ac:chgData name="Henry Post" userId="3f530ee7-1750-4c16-8a11-5c6ebeb3e15f" providerId="ADAL" clId="{D11670C1-A326-4B7E-A4A3-6F1E29230AED}" dt="2026-04-27T17:34:32.085" v="4879" actId="20577"/>
          <ac:spMkLst>
            <pc:docMk/>
            <pc:sldMk cId="3196405577" sldId="863"/>
            <ac:spMk id="7172" creationId="{5D9FE57F-C9E3-560C-562D-99395B9836EF}"/>
          </ac:spMkLst>
        </pc:spChg>
        <pc:picChg chg="add mod">
          <ac:chgData name="Henry Post" userId="3f530ee7-1750-4c16-8a11-5c6ebeb3e15f" providerId="ADAL" clId="{D11670C1-A326-4B7E-A4A3-6F1E29230AED}" dt="2026-04-27T17:53:16.310" v="5666" actId="1076"/>
          <ac:picMkLst>
            <pc:docMk/>
            <pc:sldMk cId="3196405577" sldId="863"/>
            <ac:picMk id="1026" creationId="{7DF67322-EA08-CF89-61C1-E2874A66877F}"/>
          </ac:picMkLst>
        </pc:picChg>
      </pc:sldChg>
      <pc:sldChg chg="addSp delSp modSp add mod">
        <pc:chgData name="Henry Post" userId="3f530ee7-1750-4c16-8a11-5c6ebeb3e15f" providerId="ADAL" clId="{D11670C1-A326-4B7E-A4A3-6F1E29230AED}" dt="2026-04-27T21:40:00.469" v="11140" actId="14100"/>
        <pc:sldMkLst>
          <pc:docMk/>
          <pc:sldMk cId="3889943681" sldId="864"/>
        </pc:sldMkLst>
        <pc:spChg chg="add mod">
          <ac:chgData name="Henry Post" userId="3f530ee7-1750-4c16-8a11-5c6ebeb3e15f" providerId="ADAL" clId="{D11670C1-A326-4B7E-A4A3-6F1E29230AED}" dt="2026-04-27T17:54:43.617" v="5667" actId="113"/>
          <ac:spMkLst>
            <pc:docMk/>
            <pc:sldMk cId="3889943681" sldId="864"/>
            <ac:spMk id="3" creationId="{9B2B4C10-59A7-49E7-8671-193E27B3F361}"/>
          </ac:spMkLst>
        </pc:spChg>
        <pc:spChg chg="mod">
          <ac:chgData name="Henry Post" userId="3f530ee7-1750-4c16-8a11-5c6ebeb3e15f" providerId="ADAL" clId="{D11670C1-A326-4B7E-A4A3-6F1E29230AED}" dt="2026-04-27T21:40:00.469" v="11140" actId="14100"/>
          <ac:spMkLst>
            <pc:docMk/>
            <pc:sldMk cId="3889943681" sldId="864"/>
            <ac:spMk id="6146" creationId="{536FEB1D-3499-769B-331F-0DF9F4EC3542}"/>
          </ac:spMkLst>
        </pc:spChg>
        <pc:spChg chg="mod">
          <ac:chgData name="Henry Post" userId="3f530ee7-1750-4c16-8a11-5c6ebeb3e15f" providerId="ADAL" clId="{D11670C1-A326-4B7E-A4A3-6F1E29230AED}" dt="2026-04-27T17:37:42.555" v="5225" actId="20577"/>
          <ac:spMkLst>
            <pc:docMk/>
            <pc:sldMk cId="3889943681" sldId="864"/>
            <ac:spMk id="7172" creationId="{C1A2D6FB-8F1E-BB7C-3163-F66C69D60B1D}"/>
          </ac:spMkLst>
        </pc:spChg>
        <pc:picChg chg="add mod">
          <ac:chgData name="Henry Post" userId="3f530ee7-1750-4c16-8a11-5c6ebeb3e15f" providerId="ADAL" clId="{D11670C1-A326-4B7E-A4A3-6F1E29230AED}" dt="2026-04-27T21:39:36.298" v="11133" actId="1076"/>
          <ac:picMkLst>
            <pc:docMk/>
            <pc:sldMk cId="3889943681" sldId="864"/>
            <ac:picMk id="6" creationId="{12976ECA-7515-84A0-B420-0FB398E42749}"/>
          </ac:picMkLst>
        </pc:picChg>
      </pc:sldChg>
      <pc:sldChg chg="addSp delSp modSp add mod">
        <pc:chgData name="Henry Post" userId="3f530ee7-1750-4c16-8a11-5c6ebeb3e15f" providerId="ADAL" clId="{D11670C1-A326-4B7E-A4A3-6F1E29230AED}" dt="2026-04-27T17:57:59.971" v="6135" actId="20577"/>
        <pc:sldMkLst>
          <pc:docMk/>
          <pc:sldMk cId="2830990664" sldId="865"/>
        </pc:sldMkLst>
        <pc:spChg chg="add mod">
          <ac:chgData name="Henry Post" userId="3f530ee7-1750-4c16-8a11-5c6ebeb3e15f" providerId="ADAL" clId="{D11670C1-A326-4B7E-A4A3-6F1E29230AED}" dt="2026-04-27T17:57:59.971" v="6135" actId="20577"/>
          <ac:spMkLst>
            <pc:docMk/>
            <pc:sldMk cId="2830990664" sldId="865"/>
            <ac:spMk id="5" creationId="{CD854766-AB13-8581-4806-19D1B9A3758C}"/>
          </ac:spMkLst>
        </pc:spChg>
        <pc:spChg chg="mod">
          <ac:chgData name="Henry Post" userId="3f530ee7-1750-4c16-8a11-5c6ebeb3e15f" providerId="ADAL" clId="{D11670C1-A326-4B7E-A4A3-6F1E29230AED}" dt="2026-04-27T17:57:11.224" v="5872" actId="14100"/>
          <ac:spMkLst>
            <pc:docMk/>
            <pc:sldMk cId="2830990664" sldId="865"/>
            <ac:spMk id="6146" creationId="{1374EAFA-0152-A3C7-4536-254BCE8E376E}"/>
          </ac:spMkLst>
        </pc:spChg>
        <pc:spChg chg="mod">
          <ac:chgData name="Henry Post" userId="3f530ee7-1750-4c16-8a11-5c6ebeb3e15f" providerId="ADAL" clId="{D11670C1-A326-4B7E-A4A3-6F1E29230AED}" dt="2026-04-27T17:39:17.085" v="5436" actId="20577"/>
          <ac:spMkLst>
            <pc:docMk/>
            <pc:sldMk cId="2830990664" sldId="865"/>
            <ac:spMk id="7172" creationId="{91615795-F097-DEAD-2545-9AB28E004B7B}"/>
          </ac:spMkLst>
        </pc:spChg>
        <pc:picChg chg="add mod">
          <ac:chgData name="Henry Post" userId="3f530ee7-1750-4c16-8a11-5c6ebeb3e15f" providerId="ADAL" clId="{D11670C1-A326-4B7E-A4A3-6F1E29230AED}" dt="2026-04-27T17:57:07.126" v="5871" actId="1076"/>
          <ac:picMkLst>
            <pc:docMk/>
            <pc:sldMk cId="2830990664" sldId="865"/>
            <ac:picMk id="4" creationId="{0DB71FA3-8D6A-071E-503A-A1810D4EF67F}"/>
          </ac:picMkLst>
        </pc:picChg>
      </pc:sldChg>
      <pc:sldChg chg="addSp delSp modSp add mod">
        <pc:chgData name="Henry Post" userId="3f530ee7-1750-4c16-8a11-5c6ebeb3e15f" providerId="ADAL" clId="{D11670C1-A326-4B7E-A4A3-6F1E29230AED}" dt="2026-04-27T21:39:16.616" v="11131" actId="20577"/>
        <pc:sldMkLst>
          <pc:docMk/>
          <pc:sldMk cId="4245741702" sldId="866"/>
        </pc:sldMkLst>
        <pc:spChg chg="add mod">
          <ac:chgData name="Henry Post" userId="3f530ee7-1750-4c16-8a11-5c6ebeb3e15f" providerId="ADAL" clId="{D11670C1-A326-4B7E-A4A3-6F1E29230AED}" dt="2026-04-27T21:17:01.478" v="8436" actId="14100"/>
          <ac:spMkLst>
            <pc:docMk/>
            <pc:sldMk cId="4245741702" sldId="866"/>
            <ac:spMk id="3" creationId="{A8A3C304-0905-0B87-B631-0135219E448C}"/>
          </ac:spMkLst>
        </pc:spChg>
        <pc:spChg chg="add mod">
          <ac:chgData name="Henry Post" userId="3f530ee7-1750-4c16-8a11-5c6ebeb3e15f" providerId="ADAL" clId="{D11670C1-A326-4B7E-A4A3-6F1E29230AED}" dt="2026-04-27T21:39:16.616" v="11131" actId="20577"/>
          <ac:spMkLst>
            <pc:docMk/>
            <pc:sldMk cId="4245741702" sldId="866"/>
            <ac:spMk id="10" creationId="{677DFBDD-53E1-8560-74B9-BE05E2ACDC1D}"/>
          </ac:spMkLst>
        </pc:spChg>
        <pc:spChg chg="add mod">
          <ac:chgData name="Henry Post" userId="3f530ee7-1750-4c16-8a11-5c6ebeb3e15f" providerId="ADAL" clId="{D11670C1-A326-4B7E-A4A3-6F1E29230AED}" dt="2026-04-27T21:39:15.045" v="11130" actId="20577"/>
          <ac:spMkLst>
            <pc:docMk/>
            <pc:sldMk cId="4245741702" sldId="866"/>
            <ac:spMk id="11" creationId="{882FAF74-C87E-8B0D-A2AB-8A6570B3DBBC}"/>
          </ac:spMkLst>
        </pc:spChg>
        <pc:spChg chg="mod">
          <ac:chgData name="Henry Post" userId="3f530ee7-1750-4c16-8a11-5c6ebeb3e15f" providerId="ADAL" clId="{D11670C1-A326-4B7E-A4A3-6F1E29230AED}" dt="2026-04-27T21:17:13.646" v="8471" actId="20577"/>
          <ac:spMkLst>
            <pc:docMk/>
            <pc:sldMk cId="4245741702" sldId="866"/>
            <ac:spMk id="6146" creationId="{EE316F7B-9744-CC5F-AA11-7F4787FF4F32}"/>
          </ac:spMkLst>
        </pc:spChg>
        <pc:spChg chg="mod">
          <ac:chgData name="Henry Post" userId="3f530ee7-1750-4c16-8a11-5c6ebeb3e15f" providerId="ADAL" clId="{D11670C1-A326-4B7E-A4A3-6F1E29230AED}" dt="2026-04-27T21:18:43.968" v="8644" actId="20577"/>
          <ac:spMkLst>
            <pc:docMk/>
            <pc:sldMk cId="4245741702" sldId="866"/>
            <ac:spMk id="7172" creationId="{382FAF0A-BEE5-8BA0-6920-01C4F69285FC}"/>
          </ac:spMkLst>
        </pc:spChg>
        <pc:picChg chg="add mod">
          <ac:chgData name="Henry Post" userId="3f530ee7-1750-4c16-8a11-5c6ebeb3e15f" providerId="ADAL" clId="{D11670C1-A326-4B7E-A4A3-6F1E29230AED}" dt="2026-04-27T21:16:39.511" v="8432" actId="14100"/>
          <ac:picMkLst>
            <pc:docMk/>
            <pc:sldMk cId="4245741702" sldId="866"/>
            <ac:picMk id="7" creationId="{8B64D493-412A-507B-D2EC-567EEBA7AD65}"/>
          </ac:picMkLst>
        </pc:picChg>
        <pc:picChg chg="add mod">
          <ac:chgData name="Henry Post" userId="3f530ee7-1750-4c16-8a11-5c6ebeb3e15f" providerId="ADAL" clId="{D11670C1-A326-4B7E-A4A3-6F1E29230AED}" dt="2026-04-27T21:16:58.729" v="8435" actId="1076"/>
          <ac:picMkLst>
            <pc:docMk/>
            <pc:sldMk cId="4245741702" sldId="866"/>
            <ac:picMk id="9" creationId="{8EC03BBC-1770-FF85-5D0D-C72DCC215201}"/>
          </ac:picMkLst>
        </pc:picChg>
      </pc:sldChg>
      <pc:sldChg chg="delSp modSp add mod">
        <pc:chgData name="Henry Post" userId="3f530ee7-1750-4c16-8a11-5c6ebeb3e15f" providerId="ADAL" clId="{D11670C1-A326-4B7E-A4A3-6F1E29230AED}" dt="2026-04-29T21:45:36.634" v="13041" actId="207"/>
        <pc:sldMkLst>
          <pc:docMk/>
          <pc:sldMk cId="275161081" sldId="867"/>
        </pc:sldMkLst>
        <pc:spChg chg="mod">
          <ac:chgData name="Henry Post" userId="3f530ee7-1750-4c16-8a11-5c6ebeb3e15f" providerId="ADAL" clId="{D11670C1-A326-4B7E-A4A3-6F1E29230AED}" dt="2026-04-29T21:45:36.634" v="13041" actId="207"/>
          <ac:spMkLst>
            <pc:docMk/>
            <pc:sldMk cId="275161081" sldId="867"/>
            <ac:spMk id="6146" creationId="{B9905930-B868-7C56-2869-AF88FA165EC4}"/>
          </ac:spMkLst>
        </pc:spChg>
        <pc:spChg chg="mod">
          <ac:chgData name="Henry Post" userId="3f530ee7-1750-4c16-8a11-5c6ebeb3e15f" providerId="ADAL" clId="{D11670C1-A326-4B7E-A4A3-6F1E29230AED}" dt="2026-04-27T21:14:25.888" v="8428" actId="20577"/>
          <ac:spMkLst>
            <pc:docMk/>
            <pc:sldMk cId="275161081" sldId="867"/>
            <ac:spMk id="7172" creationId="{321A3BF2-7073-A2EC-9BBD-E758D66B5E3C}"/>
          </ac:spMkLst>
        </pc:spChg>
      </pc:sldChg>
      <pc:sldChg chg="addSp delSp modSp add mod">
        <pc:chgData name="Henry Post" userId="3f530ee7-1750-4c16-8a11-5c6ebeb3e15f" providerId="ADAL" clId="{D11670C1-A326-4B7E-A4A3-6F1E29230AED}" dt="2026-04-28T14:49:18.048" v="11142" actId="478"/>
        <pc:sldMkLst>
          <pc:docMk/>
          <pc:sldMk cId="4082892204" sldId="868"/>
        </pc:sldMkLst>
        <pc:spChg chg="mod">
          <ac:chgData name="Henry Post" userId="3f530ee7-1750-4c16-8a11-5c6ebeb3e15f" providerId="ADAL" clId="{D11670C1-A326-4B7E-A4A3-6F1E29230AED}" dt="2026-04-27T21:35:37.843" v="10833" actId="313"/>
          <ac:spMkLst>
            <pc:docMk/>
            <pc:sldMk cId="4082892204" sldId="868"/>
            <ac:spMk id="6146" creationId="{595868C4-34A1-9339-586B-6B4635BB54A0}"/>
          </ac:spMkLst>
        </pc:spChg>
        <pc:spChg chg="mod">
          <ac:chgData name="Henry Post" userId="3f530ee7-1750-4c16-8a11-5c6ebeb3e15f" providerId="ADAL" clId="{D11670C1-A326-4B7E-A4A3-6F1E29230AED}" dt="2026-04-27T21:18:59.637" v="8709" actId="20577"/>
          <ac:spMkLst>
            <pc:docMk/>
            <pc:sldMk cId="4082892204" sldId="868"/>
            <ac:spMk id="7172" creationId="{F4CC29BB-1DD8-D2F0-7BBF-3F5C82DDCDC5}"/>
          </ac:spMkLst>
        </pc:spChg>
        <pc:picChg chg="add mod modCrop">
          <ac:chgData name="Henry Post" userId="3f530ee7-1750-4c16-8a11-5c6ebeb3e15f" providerId="ADAL" clId="{D11670C1-A326-4B7E-A4A3-6F1E29230AED}" dt="2026-04-27T21:36:18.244" v="10834" actId="1076"/>
          <ac:picMkLst>
            <pc:docMk/>
            <pc:sldMk cId="4082892204" sldId="868"/>
            <ac:picMk id="3" creationId="{FC847AC7-9F51-DE1D-24DF-873750BA1EDD}"/>
          </ac:picMkLst>
        </pc:picChg>
        <pc:picChg chg="add mod">
          <ac:chgData name="Henry Post" userId="3f530ee7-1750-4c16-8a11-5c6ebeb3e15f" providerId="ADAL" clId="{D11670C1-A326-4B7E-A4A3-6F1E29230AED}" dt="2026-04-27T21:23:33.069" v="9241" actId="1076"/>
          <ac:picMkLst>
            <pc:docMk/>
            <pc:sldMk cId="4082892204" sldId="868"/>
            <ac:picMk id="5" creationId="{D46DC28E-6A6E-89C3-97C3-210739383DA2}"/>
          </ac:picMkLst>
        </pc:picChg>
      </pc:sldChg>
      <pc:sldChg chg="modSp add mod">
        <pc:chgData name="Henry Post" userId="3f530ee7-1750-4c16-8a11-5c6ebeb3e15f" providerId="ADAL" clId="{D11670C1-A326-4B7E-A4A3-6F1E29230AED}" dt="2026-04-27T21:38:18.283" v="11071" actId="20577"/>
        <pc:sldMkLst>
          <pc:docMk/>
          <pc:sldMk cId="1539428675" sldId="869"/>
        </pc:sldMkLst>
        <pc:spChg chg="mod">
          <ac:chgData name="Henry Post" userId="3f530ee7-1750-4c16-8a11-5c6ebeb3e15f" providerId="ADAL" clId="{D11670C1-A326-4B7E-A4A3-6F1E29230AED}" dt="2026-04-27T21:38:18.283" v="11071" actId="20577"/>
          <ac:spMkLst>
            <pc:docMk/>
            <pc:sldMk cId="1539428675" sldId="869"/>
            <ac:spMk id="6146" creationId="{45065208-8C86-C06C-7E66-6B0BC56BE601}"/>
          </ac:spMkLst>
        </pc:spChg>
        <pc:spChg chg="mod">
          <ac:chgData name="Henry Post" userId="3f530ee7-1750-4c16-8a11-5c6ebeb3e15f" providerId="ADAL" clId="{D11670C1-A326-4B7E-A4A3-6F1E29230AED}" dt="2026-04-27T21:28:00.077" v="9770" actId="20577"/>
          <ac:spMkLst>
            <pc:docMk/>
            <pc:sldMk cId="1539428675" sldId="869"/>
            <ac:spMk id="7172" creationId="{A3D0844A-9DA2-6D8B-A0CB-A160390AD659}"/>
          </ac:spMkLst>
        </pc:spChg>
      </pc:sldChg>
      <pc:sldChg chg="addSp delSp modSp add mod">
        <pc:chgData name="Henry Post" userId="3f530ee7-1750-4c16-8a11-5c6ebeb3e15f" providerId="ADAL" clId="{D11670C1-A326-4B7E-A4A3-6F1E29230AED}" dt="2026-04-28T14:53:17.917" v="11485" actId="207"/>
        <pc:sldMkLst>
          <pc:docMk/>
          <pc:sldMk cId="3040155060" sldId="870"/>
        </pc:sldMkLst>
        <pc:spChg chg="add mod">
          <ac:chgData name="Henry Post" userId="3f530ee7-1750-4c16-8a11-5c6ebeb3e15f" providerId="ADAL" clId="{D11670C1-A326-4B7E-A4A3-6F1E29230AED}" dt="2026-04-28T14:51:52.318" v="11442" actId="1076"/>
          <ac:spMkLst>
            <pc:docMk/>
            <pc:sldMk cId="3040155060" sldId="870"/>
            <ac:spMk id="4" creationId="{223FD20F-027C-3EE0-77A7-2F578406699F}"/>
          </ac:spMkLst>
        </pc:spChg>
        <pc:spChg chg="add mod">
          <ac:chgData name="Henry Post" userId="3f530ee7-1750-4c16-8a11-5c6ebeb3e15f" providerId="ADAL" clId="{D11670C1-A326-4B7E-A4A3-6F1E29230AED}" dt="2026-04-28T14:52:23.287" v="11468" actId="14100"/>
          <ac:spMkLst>
            <pc:docMk/>
            <pc:sldMk cId="3040155060" sldId="870"/>
            <ac:spMk id="8" creationId="{D3DA9BD8-CD2A-7600-6421-EE7682D79623}"/>
          </ac:spMkLst>
        </pc:spChg>
        <pc:spChg chg="add mod">
          <ac:chgData name="Henry Post" userId="3f530ee7-1750-4c16-8a11-5c6ebeb3e15f" providerId="ADAL" clId="{D11670C1-A326-4B7E-A4A3-6F1E29230AED}" dt="2026-04-28T14:53:17.917" v="11485" actId="207"/>
          <ac:spMkLst>
            <pc:docMk/>
            <pc:sldMk cId="3040155060" sldId="870"/>
            <ac:spMk id="9" creationId="{E78F1672-02FD-CB95-9B14-6E455C2552CC}"/>
          </ac:spMkLst>
        </pc:spChg>
        <pc:spChg chg="mod">
          <ac:chgData name="Henry Post" userId="3f530ee7-1750-4c16-8a11-5c6ebeb3e15f" providerId="ADAL" clId="{D11670C1-A326-4B7E-A4A3-6F1E29230AED}" dt="2026-04-28T14:52:03.021" v="11443" actId="14100"/>
          <ac:spMkLst>
            <pc:docMk/>
            <pc:sldMk cId="3040155060" sldId="870"/>
            <ac:spMk id="6146" creationId="{0DDBE745-CCC3-54ED-315C-69E50DDD8BEC}"/>
          </ac:spMkLst>
        </pc:spChg>
        <pc:spChg chg="mod">
          <ac:chgData name="Henry Post" userId="3f530ee7-1750-4c16-8a11-5c6ebeb3e15f" providerId="ADAL" clId="{D11670C1-A326-4B7E-A4A3-6F1E29230AED}" dt="2026-04-28T14:49:26.658" v="11178" actId="20577"/>
          <ac:spMkLst>
            <pc:docMk/>
            <pc:sldMk cId="3040155060" sldId="870"/>
            <ac:spMk id="7172" creationId="{7B93F400-156A-16B6-7831-C1FC9E42A1E9}"/>
          </ac:spMkLst>
        </pc:spChg>
        <pc:picChg chg="add mod">
          <ac:chgData name="Henry Post" userId="3f530ee7-1750-4c16-8a11-5c6ebeb3e15f" providerId="ADAL" clId="{D11670C1-A326-4B7E-A4A3-6F1E29230AED}" dt="2026-04-28T14:50:34.390" v="11381" actId="1076"/>
          <ac:picMkLst>
            <pc:docMk/>
            <pc:sldMk cId="3040155060" sldId="870"/>
            <ac:picMk id="1026" creationId="{1E59FD09-60A7-8111-BE75-6571B45864E4}"/>
          </ac:picMkLst>
        </pc:picChg>
      </pc:sldChg>
      <pc:sldChg chg="addSp delSp modSp add mod">
        <pc:chgData name="Henry Post" userId="3f530ee7-1750-4c16-8a11-5c6ebeb3e15f" providerId="ADAL" clId="{D11670C1-A326-4B7E-A4A3-6F1E29230AED}" dt="2026-04-28T18:40:08.147" v="12797" actId="20577"/>
        <pc:sldMkLst>
          <pc:docMk/>
          <pc:sldMk cId="3659624751" sldId="871"/>
        </pc:sldMkLst>
        <pc:spChg chg="add mod">
          <ac:chgData name="Henry Post" userId="3f530ee7-1750-4c16-8a11-5c6ebeb3e15f" providerId="ADAL" clId="{D11670C1-A326-4B7E-A4A3-6F1E29230AED}" dt="2026-04-28T18:39:22.757" v="12718" actId="1076"/>
          <ac:spMkLst>
            <pc:docMk/>
            <pc:sldMk cId="3659624751" sldId="871"/>
            <ac:spMk id="7" creationId="{53C111F2-286A-6BAD-BEF9-EA81B0C7E04D}"/>
          </ac:spMkLst>
        </pc:spChg>
        <pc:spChg chg="mod">
          <ac:chgData name="Henry Post" userId="3f530ee7-1750-4c16-8a11-5c6ebeb3e15f" providerId="ADAL" clId="{D11670C1-A326-4B7E-A4A3-6F1E29230AED}" dt="2026-04-28T18:40:08.147" v="12797" actId="20577"/>
          <ac:spMkLst>
            <pc:docMk/>
            <pc:sldMk cId="3659624751" sldId="871"/>
            <ac:spMk id="6146" creationId="{96FFB14C-6546-975F-B4FD-B616DF3B9436}"/>
          </ac:spMkLst>
        </pc:spChg>
        <pc:spChg chg="mod">
          <ac:chgData name="Henry Post" userId="3f530ee7-1750-4c16-8a11-5c6ebeb3e15f" providerId="ADAL" clId="{D11670C1-A326-4B7E-A4A3-6F1E29230AED}" dt="2026-04-28T14:53:29.416" v="11516" actId="20577"/>
          <ac:spMkLst>
            <pc:docMk/>
            <pc:sldMk cId="3659624751" sldId="871"/>
            <ac:spMk id="7172" creationId="{66232DA4-62C6-D13E-8027-017B816521BD}"/>
          </ac:spMkLst>
        </pc:spChg>
        <pc:picChg chg="add mod">
          <ac:chgData name="Henry Post" userId="3f530ee7-1750-4c16-8a11-5c6ebeb3e15f" providerId="ADAL" clId="{D11670C1-A326-4B7E-A4A3-6F1E29230AED}" dt="2026-04-28T18:35:16.689" v="12335" actId="1076"/>
          <ac:picMkLst>
            <pc:docMk/>
            <pc:sldMk cId="3659624751" sldId="871"/>
            <ac:picMk id="3" creationId="{15390511-2D47-332D-F74D-6A0285BA41EE}"/>
          </ac:picMkLst>
        </pc:picChg>
        <pc:picChg chg="add mod">
          <ac:chgData name="Henry Post" userId="3f530ee7-1750-4c16-8a11-5c6ebeb3e15f" providerId="ADAL" clId="{D11670C1-A326-4B7E-A4A3-6F1E29230AED}" dt="2026-04-28T18:35:13.716" v="12334" actId="1076"/>
          <ac:picMkLst>
            <pc:docMk/>
            <pc:sldMk cId="3659624751" sldId="871"/>
            <ac:picMk id="5" creationId="{6E93C43C-255E-03E9-5448-5746791A40FD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02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07" tIns="45754" rIns="91507" bIns="45754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solidFill>
                  <a:schemeClr val="tx1"/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7788" y="0"/>
            <a:ext cx="29702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07" tIns="45754" rIns="91507" bIns="45754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solidFill>
                  <a:schemeClr val="tx1"/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3"/>
            <a:ext cx="2970213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07" tIns="45754" rIns="91507" bIns="45754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solidFill>
                  <a:schemeClr val="tx1"/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7788" y="8831263"/>
            <a:ext cx="2970212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07" tIns="45754" rIns="91507" bIns="45754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5FFF6DF0-1037-466D-AA19-AE1DB59D9E9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02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9800" tIns="44897" rIns="89800" bIns="44897" numCol="1" anchor="t" anchorCtr="0" compatLnSpc="1">
            <a:prstTxWarp prst="textNoShape">
              <a:avLst/>
            </a:prstTxWarp>
          </a:bodyPr>
          <a:lstStyle>
            <a:lvl1pPr defTabSz="898525" eaLnBrk="1" hangingPunct="1">
              <a:defRPr sz="1200">
                <a:solidFill>
                  <a:schemeClr val="tx1"/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02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9800" tIns="44897" rIns="89800" bIns="44897" numCol="1" anchor="t" anchorCtr="0" compatLnSpc="1">
            <a:prstTxWarp prst="textNoShape">
              <a:avLst/>
            </a:prstTxWarp>
          </a:bodyPr>
          <a:lstStyle>
            <a:lvl1pPr algn="r" defTabSz="898525" eaLnBrk="1" hangingPunct="1">
              <a:defRPr sz="1200">
                <a:solidFill>
                  <a:schemeClr val="tx1"/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44488" y="698500"/>
            <a:ext cx="6192837" cy="34845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7388" y="4416425"/>
            <a:ext cx="5483225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9800" tIns="44897" rIns="89800" bIns="4489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2970213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9800" tIns="44897" rIns="89800" bIns="44897" numCol="1" anchor="b" anchorCtr="0" compatLnSpc="1">
            <a:prstTxWarp prst="textNoShape">
              <a:avLst/>
            </a:prstTxWarp>
          </a:bodyPr>
          <a:lstStyle>
            <a:lvl1pPr defTabSz="898525" eaLnBrk="1" hangingPunct="1">
              <a:defRPr sz="1200">
                <a:solidFill>
                  <a:schemeClr val="tx1"/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831263"/>
            <a:ext cx="2970213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9800" tIns="44897" rIns="89800" bIns="44897" numCol="1" anchor="b" anchorCtr="0" compatLnSpc="1">
            <a:prstTxWarp prst="textNoShape">
              <a:avLst/>
            </a:prstTxWarp>
          </a:bodyPr>
          <a:lstStyle>
            <a:lvl1pPr algn="r" defTabSz="898525" eaLnBrk="1" hangingPunct="1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D76B813D-8CED-4BFF-AF0D-24C1FB796A6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8DD69-8309-D121-CD14-02789F664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915503-4773-86DE-295B-22B68DDB23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44488" y="698500"/>
            <a:ext cx="6192837" cy="3484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CC475F-B16E-28F2-0F22-02A22DD175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66D27-376F-473A-3A50-BF15B73E92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6B813D-8CED-4BFF-AF0D-24C1FB796A6A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75276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7A3CB-E4EF-1032-3BB9-2F361372A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5E1AAF-1396-EE40-5238-1019823C59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44488" y="698500"/>
            <a:ext cx="6192837" cy="3484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3A5823-4F6A-DB12-71D9-2433378382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58E5C5-6E43-1D1D-F3F8-67FE8A33B1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6B813D-8CED-4BFF-AF0D-24C1FB796A6A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65436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186C5-C57F-B84C-8E88-FAB8F21F2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6D0427-85E3-6C72-1545-4146DC7B49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44488" y="698500"/>
            <a:ext cx="6192837" cy="3484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D5B603-19FC-B614-86E5-09B12B2D62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D27C65-A6FE-A050-D4F2-C7BBED01BA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6B813D-8CED-4BFF-AF0D-24C1FB796A6A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73251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95F47-8AA4-EDE1-BB86-7E6D0068C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B0FFE8-78B0-C999-E36B-0833245AE9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44488" y="698500"/>
            <a:ext cx="6192837" cy="3484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AE2959-2F7F-09E5-9A21-858344E7F1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0006E2-F4F0-A459-4EDE-480678CB65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6B813D-8CED-4BFF-AF0D-24C1FB796A6A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79212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71C2F-E401-470F-2CB6-651F9F980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3A4E0B-9A1B-7EA2-EDD3-4BA377F72E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44488" y="698500"/>
            <a:ext cx="6192837" cy="3484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4F7E97-9B75-BD17-ED84-24D0C0E40A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4414FA-5474-D789-87FA-41CFA70CF2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6B813D-8CED-4BFF-AF0D-24C1FB796A6A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41770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E8696-F5D5-6CF5-107D-D9F0A129C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AEECDA-BEC1-D5A1-7F4E-B1C70E2C42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44488" y="698500"/>
            <a:ext cx="6192837" cy="3484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B4E285-9919-0D86-820F-C47F156FB9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197B93-04EB-B7C7-5CBE-1E328CA318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6B813D-8CED-4BFF-AF0D-24C1FB796A6A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1553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F107A-20EC-CB33-C5F4-59926FF0F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A90C77-9A20-52E9-06E6-DB543A8779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44488" y="698500"/>
            <a:ext cx="6192837" cy="3484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23B7B8-7254-E863-E9A6-1DDE3B0D20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64C140-1F25-FADB-97D4-76891829AF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6B813D-8CED-4BFF-AF0D-24C1FB796A6A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80894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CD0E4-8949-4B9D-00B7-9E0826BA3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D8AE62-FC1E-D3CD-BFD7-480F9A20FA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44488" y="698500"/>
            <a:ext cx="6192837" cy="3484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032582-FACC-925D-FF4C-0DB7F80FBB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418A3E-5458-2C2B-6C63-2AF1228FEA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6B813D-8CED-4BFF-AF0D-24C1FB796A6A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32115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33F37-4A6D-7316-A3BB-11648BB6D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57AA40-8A7D-47E4-2561-2D458DA4F3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44488" y="698500"/>
            <a:ext cx="6192837" cy="3484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94F747-1470-7E6A-D831-B3ABCDA1DE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F38FB0-B2A4-723B-C863-0F930BF70E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6B813D-8CED-4BFF-AF0D-24C1FB796A6A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71638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CBEB2-8D61-914C-AEE4-B4776BAA5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E602BE-2535-B5E8-6DDD-B1C852B35B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44488" y="698500"/>
            <a:ext cx="6192837" cy="3484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3CC55F-1F5E-DF70-F361-5A9FC29383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9427CA-F23C-F19F-66D6-6696F444C5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6B813D-8CED-4BFF-AF0D-24C1FB796A6A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70022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67E46-CC46-77A6-F643-4D5B4CD46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A54AE8-32AE-D84D-F2C0-9577B66113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44488" y="698500"/>
            <a:ext cx="6192837" cy="3484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7A3434-3470-5B21-5A74-C84A7D6ECD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8BE77E-96CA-13B6-7C87-B5F800E9D2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6B813D-8CED-4BFF-AF0D-24C1FB796A6A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6698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4"/>
          <p:cNvSpPr>
            <a:spLocks noChangeShapeType="1"/>
          </p:cNvSpPr>
          <p:nvPr/>
        </p:nvSpPr>
        <p:spPr bwMode="auto">
          <a:xfrm>
            <a:off x="914400" y="3048000"/>
            <a:ext cx="10566400" cy="0"/>
          </a:xfrm>
          <a:prstGeom prst="line">
            <a:avLst/>
          </a:prstGeom>
          <a:noFill/>
          <a:ln w="9525">
            <a:solidFill>
              <a:srgbClr val="9A9A9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600"/>
          </a:p>
        </p:txBody>
      </p:sp>
      <p:sp>
        <p:nvSpPr>
          <p:cNvPr id="103427" name="Rectangle 3"/>
          <p:cNvSpPr>
            <a:spLocks noGrp="1" noChangeArrowheads="1"/>
          </p:cNvSpPr>
          <p:nvPr>
            <p:ph type="ctrTitle" sz="quarter"/>
          </p:nvPr>
        </p:nvSpPr>
        <p:spPr>
          <a:xfrm>
            <a:off x="914400" y="3276600"/>
            <a:ext cx="10261600" cy="762000"/>
          </a:xfrm>
          <a:prstGeom prst="rect">
            <a:avLst/>
          </a:prstGeom>
        </p:spPr>
        <p:txBody>
          <a:bodyPr/>
          <a:lstStyle>
            <a:lvl1pPr>
              <a:defRPr sz="1950" b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 3"/>
          <p:cNvSpPr>
            <a:spLocks noChangeArrowheads="1"/>
          </p:cNvSpPr>
          <p:nvPr userDrawn="1"/>
        </p:nvSpPr>
        <p:spPr bwMode="auto">
          <a:xfrm>
            <a:off x="508000" y="6518275"/>
            <a:ext cx="1160331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r>
              <a:rPr lang="en-US" altLang="en-US" sz="600">
                <a:solidFill>
                  <a:srgbClr val="424456"/>
                </a:solidFill>
                <a:latin typeface="Century Gothic" panose="020B0502020202020204" pitchFamily="34" charset="0"/>
              </a:rPr>
              <a:t>© Bayview Asset Management, LLC.  All Rights Reserved.	</a:t>
            </a:r>
            <a:r>
              <a:rPr lang="en-US" altLang="en-US" sz="600" baseline="0">
                <a:solidFill>
                  <a:srgbClr val="424456"/>
                </a:solidFill>
                <a:latin typeface="Century Gothic" panose="020B0502020202020204" pitchFamily="34" charset="0"/>
              </a:rPr>
              <a:t>              			     </a:t>
            </a:r>
            <a:r>
              <a:rPr lang="en-US" altLang="en-US" sz="600">
                <a:solidFill>
                  <a:srgbClr val="424456"/>
                </a:solidFill>
                <a:latin typeface="Century Gothic" panose="020B0502020202020204" pitchFamily="34" charset="0"/>
              </a:rPr>
              <a:t>CONFIDENTIAL			</a:t>
            </a:r>
            <a:r>
              <a:rPr lang="en-US" altLang="en-US" sz="600" baseline="0">
                <a:solidFill>
                  <a:srgbClr val="424456"/>
                </a:solidFill>
                <a:latin typeface="Century Gothic" panose="020B0502020202020204" pitchFamily="34" charset="0"/>
              </a:rPr>
              <a:t>          		                               </a:t>
            </a:r>
            <a:fld id="{0AD735B9-CEC7-4AFC-8728-2EEEC1333C4B}" type="slidenum">
              <a:rPr lang="en-US" altLang="en-US" sz="600" smtClean="0">
                <a:solidFill>
                  <a:srgbClr val="424456"/>
                </a:solidFill>
                <a:latin typeface="Century Gothic" panose="020B0502020202020204" pitchFamily="34" charset="0"/>
              </a:rPr>
              <a:t>‹#›</a:t>
            </a:fld>
            <a:endParaRPr lang="en-US" altLang="en-US" sz="600">
              <a:solidFill>
                <a:srgbClr val="424456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13" descr="BAM-logo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134" y="2193930"/>
            <a:ext cx="1846262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263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-171450">
              <a:tabLst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00075" indent="-171450">
              <a:tabLst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857250" indent="-171450">
              <a:tabLst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114425" indent="-171450">
              <a:tabLst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87680" y="91440"/>
            <a:ext cx="11074400" cy="64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93305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0552" y="1087395"/>
            <a:ext cx="5393267" cy="5187899"/>
          </a:xfrm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05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9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82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88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019" y="1087395"/>
            <a:ext cx="5395383" cy="5187899"/>
          </a:xfrm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05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9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82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88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87680" y="91440"/>
            <a:ext cx="11074400" cy="64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29511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90552" y="1210963"/>
            <a:ext cx="5393267" cy="5055369"/>
          </a:xfrm>
        </p:spPr>
        <p:txBody>
          <a:bodyPr/>
          <a:lstStyle>
            <a:lvl1pPr>
              <a:defRPr>
                <a:latin typeface="HelveticaNeueLT Pro 55 Roman" pitchFamily="34" charset="0"/>
              </a:defRPr>
            </a:lvl1pPr>
            <a:lvl2pPr>
              <a:defRPr>
                <a:solidFill>
                  <a:schemeClr val="bg1">
                    <a:lumMod val="50000"/>
                  </a:schemeClr>
                </a:solidFill>
                <a:latin typeface="HelveticaNeueLT Pro 55 Roman" pitchFamily="34" charset="0"/>
              </a:defRPr>
            </a:lvl2pPr>
            <a:lvl3pPr>
              <a:defRPr>
                <a:solidFill>
                  <a:schemeClr val="bg1">
                    <a:lumMod val="50000"/>
                  </a:schemeClr>
                </a:solidFill>
                <a:latin typeface="HelveticaNeueLT Pro 55 Roman" pitchFamily="34" charset="0"/>
              </a:defRPr>
            </a:lvl3pPr>
            <a:lvl4pPr>
              <a:defRPr>
                <a:solidFill>
                  <a:schemeClr val="bg1">
                    <a:lumMod val="50000"/>
                  </a:schemeClr>
                </a:solidFill>
                <a:latin typeface="HelveticaNeueLT Pro 55 Roman" pitchFamily="34" charset="0"/>
              </a:defRPr>
            </a:lvl4pPr>
            <a:lvl5pPr>
              <a:defRPr>
                <a:solidFill>
                  <a:schemeClr val="bg1">
                    <a:lumMod val="50000"/>
                  </a:schemeClr>
                </a:solidFill>
                <a:latin typeface="HelveticaNeueLT Pro 55 Roman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087037" y="1210962"/>
            <a:ext cx="5395383" cy="22479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87019" y="3599935"/>
            <a:ext cx="5395383" cy="266639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87680" y="91440"/>
            <a:ext cx="11074400" cy="64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93538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90552" y="1194486"/>
            <a:ext cx="5393267" cy="4901514"/>
          </a:xfrm>
        </p:spPr>
        <p:txBody>
          <a:bodyPr/>
          <a:lstStyle>
            <a:lvl1pPr>
              <a:defRPr>
                <a:latin typeface="HelveticaNeueLT Pro 55 Roman" pitchFamily="34" charset="0"/>
              </a:defRPr>
            </a:lvl1pPr>
            <a:lvl2pPr>
              <a:defRPr>
                <a:latin typeface="HelveticaNeueLT Pro 55 Roman" pitchFamily="34" charset="0"/>
              </a:defRPr>
            </a:lvl2pPr>
            <a:lvl3pPr>
              <a:defRPr>
                <a:latin typeface="HelveticaNeueLT Pro 55 Roman" pitchFamily="34" charset="0"/>
              </a:defRPr>
            </a:lvl3pPr>
            <a:lvl4pPr>
              <a:defRPr>
                <a:latin typeface="HelveticaNeueLT Pro 55 Roman" pitchFamily="34" charset="0"/>
              </a:defRPr>
            </a:lvl4pPr>
            <a:lvl5pPr>
              <a:defRPr>
                <a:latin typeface="HelveticaNeueLT Pro 55 Roman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019" y="1194486"/>
            <a:ext cx="5395383" cy="4901514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87680" y="91440"/>
            <a:ext cx="11074400" cy="64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5950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90552" y="1169773"/>
            <a:ext cx="10991849" cy="4926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1" name="Line 8"/>
          <p:cNvSpPr>
            <a:spLocks noChangeShapeType="1"/>
          </p:cNvSpPr>
          <p:nvPr userDrawn="1"/>
        </p:nvSpPr>
        <p:spPr bwMode="auto">
          <a:xfrm>
            <a:off x="508000" y="822960"/>
            <a:ext cx="11074400" cy="0"/>
          </a:xfrm>
          <a:prstGeom prst="line">
            <a:avLst/>
          </a:prstGeom>
          <a:noFill/>
          <a:ln w="12700" algn="ctr">
            <a:solidFill>
              <a:srgbClr val="004E8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600"/>
          </a:p>
        </p:txBody>
      </p:sp>
      <p:sp>
        <p:nvSpPr>
          <p:cNvPr id="13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87680" y="91440"/>
            <a:ext cx="11074400" cy="64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Rectangle 3"/>
          <p:cNvSpPr>
            <a:spLocks noChangeArrowheads="1"/>
          </p:cNvSpPr>
          <p:nvPr userDrawn="1"/>
        </p:nvSpPr>
        <p:spPr bwMode="auto">
          <a:xfrm>
            <a:off x="508000" y="6518275"/>
            <a:ext cx="1133437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r>
              <a:rPr lang="en-US" altLang="en-US" sz="600">
                <a:solidFill>
                  <a:srgbClr val="424456"/>
                </a:solidFill>
                <a:latin typeface="Century Gothic" panose="020B0502020202020204" pitchFamily="34" charset="0"/>
              </a:rPr>
              <a:t>© Bayview Asset Management, LLC.  All Rights Reserved.	</a:t>
            </a:r>
            <a:r>
              <a:rPr lang="en-US" altLang="en-US" sz="600" baseline="0">
                <a:solidFill>
                  <a:srgbClr val="424456"/>
                </a:solidFill>
                <a:latin typeface="Century Gothic" panose="020B0502020202020204" pitchFamily="34" charset="0"/>
              </a:rPr>
              <a:t>              			     </a:t>
            </a:r>
            <a:r>
              <a:rPr lang="en-US" altLang="en-US" sz="600">
                <a:solidFill>
                  <a:srgbClr val="424456"/>
                </a:solidFill>
                <a:latin typeface="Century Gothic" panose="020B0502020202020204" pitchFamily="34" charset="0"/>
              </a:rPr>
              <a:t>CONFIDENTIAL			</a:t>
            </a:r>
            <a:r>
              <a:rPr lang="en-US" altLang="en-US" sz="600" baseline="0">
                <a:solidFill>
                  <a:srgbClr val="424456"/>
                </a:solidFill>
                <a:latin typeface="Century Gothic" panose="020B0502020202020204" pitchFamily="34" charset="0"/>
              </a:rPr>
              <a:t>          		                                      </a:t>
            </a:r>
            <a:fld id="{0AD735B9-CEC7-4AFC-8728-2EEEC1333C4B}" type="slidenum">
              <a:rPr lang="en-US" altLang="en-US" sz="600" smtClean="0">
                <a:solidFill>
                  <a:srgbClr val="424456"/>
                </a:solidFill>
                <a:latin typeface="Century Gothic" panose="020B0502020202020204" pitchFamily="34" charset="0"/>
              </a:rPr>
              <a:t>‹#›</a:t>
            </a:fld>
            <a:endParaRPr lang="en-US" altLang="en-US" sz="600">
              <a:solidFill>
                <a:srgbClr val="424456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13" descr="BAM-logo.png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1801" y="244381"/>
            <a:ext cx="118160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02" r:id="rId1"/>
    <p:sldLayoutId id="2147484098" r:id="rId2"/>
    <p:sldLayoutId id="2147484099" r:id="rId3"/>
    <p:sldLayoutId id="2147484100" r:id="rId4"/>
    <p:sldLayoutId id="2147484101" r:id="rId5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>
          <a:solidFill>
            <a:srgbClr val="003D69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>
          <a:solidFill>
            <a:srgbClr val="003D69"/>
          </a:solidFill>
          <a:latin typeface="HelveticaNeueLT Pro 65 Md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>
          <a:solidFill>
            <a:srgbClr val="003D69"/>
          </a:solidFill>
          <a:latin typeface="HelveticaNeueLT Pro 65 Md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>
          <a:solidFill>
            <a:srgbClr val="003D69"/>
          </a:solidFill>
          <a:latin typeface="HelveticaNeueLT Pro 65 Md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>
          <a:solidFill>
            <a:srgbClr val="003D69"/>
          </a:solidFill>
          <a:latin typeface="HelveticaNeueLT Pro 65 Md"/>
        </a:defRPr>
      </a:lvl5pPr>
      <a:lvl6pPr marL="457200" algn="l" rtl="0" fontAlgn="base">
        <a:spcBef>
          <a:spcPct val="0"/>
        </a:spcBef>
        <a:spcAft>
          <a:spcPct val="0"/>
        </a:spcAft>
        <a:defRPr sz="2200" b="1">
          <a:solidFill>
            <a:srgbClr val="003D69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200" b="1">
          <a:solidFill>
            <a:srgbClr val="003D69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200" b="1">
          <a:solidFill>
            <a:srgbClr val="003D69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200" b="1">
          <a:solidFill>
            <a:srgbClr val="003D69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40000"/>
        </a:spcBef>
        <a:spcAft>
          <a:spcPct val="0"/>
        </a:spcAft>
        <a:buFont typeface="Wingdings" panose="05000000000000000000" pitchFamily="2" charset="2"/>
        <a:buChar char="§"/>
        <a:defRPr sz="1600">
          <a:solidFill>
            <a:srgbClr val="000000"/>
          </a:solidFill>
          <a:latin typeface="HelveticaNeueLT Pro 55 Roman" pitchFamily="34" charset="0"/>
          <a:ea typeface="+mn-ea"/>
          <a:cs typeface="+mn-cs"/>
        </a:defRPr>
      </a:lvl1pPr>
      <a:lvl2pPr marL="457200" indent="-228600" algn="l" rtl="0" eaLnBrk="0" fontAlgn="base" hangingPunct="0">
        <a:spcBef>
          <a:spcPct val="40000"/>
        </a:spcBef>
        <a:spcAft>
          <a:spcPct val="0"/>
        </a:spcAft>
        <a:buClr>
          <a:srgbClr val="7F7F7F"/>
        </a:buClr>
        <a:buFont typeface="Wingdings" panose="05000000000000000000" pitchFamily="2" charset="2"/>
        <a:buChar char="§"/>
        <a:defRPr sz="1400">
          <a:solidFill>
            <a:srgbClr val="7F7F7F"/>
          </a:solidFill>
          <a:latin typeface="HelveticaNeueLT Pro 55 Roman" pitchFamily="34" charset="0"/>
        </a:defRPr>
      </a:lvl2pPr>
      <a:lvl3pPr marL="800100" indent="-228600" algn="l" rtl="0" eaLnBrk="0" fontAlgn="base" hangingPunct="0">
        <a:spcBef>
          <a:spcPct val="40000"/>
        </a:spcBef>
        <a:spcAft>
          <a:spcPct val="0"/>
        </a:spcAft>
        <a:buClr>
          <a:srgbClr val="7F7F7F"/>
        </a:buClr>
        <a:buFont typeface="Wingdings" panose="05000000000000000000" pitchFamily="2" charset="2"/>
        <a:buChar char="§"/>
        <a:defRPr sz="1200">
          <a:solidFill>
            <a:srgbClr val="7F7F7F"/>
          </a:solidFill>
          <a:latin typeface="HelveticaNeueLT Pro 55 Roman" pitchFamily="34" charset="0"/>
        </a:defRPr>
      </a:lvl3pPr>
      <a:lvl4pPr marL="1143000" indent="-228600" algn="l" rtl="0" eaLnBrk="0" fontAlgn="base" hangingPunct="0">
        <a:spcBef>
          <a:spcPct val="40000"/>
        </a:spcBef>
        <a:spcAft>
          <a:spcPct val="0"/>
        </a:spcAft>
        <a:buClr>
          <a:srgbClr val="7F7F7F"/>
        </a:buClr>
        <a:buFont typeface="Wingdings" panose="05000000000000000000" pitchFamily="2" charset="2"/>
        <a:buChar char="§"/>
        <a:defRPr sz="1000">
          <a:solidFill>
            <a:srgbClr val="7F7F7F"/>
          </a:solidFill>
          <a:latin typeface="HelveticaNeueLT Pro 55 Roman" pitchFamily="34" charset="0"/>
        </a:defRPr>
      </a:lvl4pPr>
      <a:lvl5pPr marL="1485900" indent="-228600" algn="just" rtl="0" eaLnBrk="0" fontAlgn="base" hangingPunct="0">
        <a:spcBef>
          <a:spcPct val="40000"/>
        </a:spcBef>
        <a:spcAft>
          <a:spcPct val="0"/>
        </a:spcAft>
        <a:buClr>
          <a:srgbClr val="7F7F7F"/>
        </a:buClr>
        <a:buFont typeface="Wingdings" panose="05000000000000000000" pitchFamily="2" charset="2"/>
        <a:buChar char="§"/>
        <a:defRPr sz="1000">
          <a:solidFill>
            <a:srgbClr val="7F7F7F"/>
          </a:solidFill>
          <a:latin typeface="HelveticaNeueLT Pro 55 Roman" pitchFamily="34" charset="0"/>
        </a:defRPr>
      </a:lvl5pPr>
      <a:lvl6pPr marL="2114550" indent="-228600" algn="just" rtl="0" fontAlgn="base">
        <a:spcBef>
          <a:spcPct val="40000"/>
        </a:spcBef>
        <a:spcAft>
          <a:spcPct val="0"/>
        </a:spcAft>
        <a:buClr>
          <a:schemeClr val="folHlink"/>
        </a:buClr>
        <a:buFont typeface="Wingdings" pitchFamily="2" charset="2"/>
        <a:tabLst>
          <a:tab pos="457200" algn="l"/>
        </a:tabLst>
        <a:defRPr sz="1600">
          <a:solidFill>
            <a:schemeClr val="bg2"/>
          </a:solidFill>
          <a:latin typeface="+mn-lt"/>
        </a:defRPr>
      </a:lvl6pPr>
      <a:lvl7pPr marL="2571750" indent="-228600" algn="just" rtl="0" fontAlgn="base">
        <a:spcBef>
          <a:spcPct val="40000"/>
        </a:spcBef>
        <a:spcAft>
          <a:spcPct val="0"/>
        </a:spcAft>
        <a:buClr>
          <a:schemeClr val="folHlink"/>
        </a:buClr>
        <a:buFont typeface="Wingdings" pitchFamily="2" charset="2"/>
        <a:tabLst>
          <a:tab pos="457200" algn="l"/>
        </a:tabLst>
        <a:defRPr sz="1600">
          <a:solidFill>
            <a:schemeClr val="bg2"/>
          </a:solidFill>
          <a:latin typeface="+mn-lt"/>
        </a:defRPr>
      </a:lvl7pPr>
      <a:lvl8pPr marL="3028950" indent="-228600" algn="just" rtl="0" fontAlgn="base">
        <a:spcBef>
          <a:spcPct val="40000"/>
        </a:spcBef>
        <a:spcAft>
          <a:spcPct val="0"/>
        </a:spcAft>
        <a:buClr>
          <a:schemeClr val="folHlink"/>
        </a:buClr>
        <a:buFont typeface="Wingdings" pitchFamily="2" charset="2"/>
        <a:tabLst>
          <a:tab pos="457200" algn="l"/>
        </a:tabLst>
        <a:defRPr sz="1600">
          <a:solidFill>
            <a:schemeClr val="bg2"/>
          </a:solidFill>
          <a:latin typeface="+mn-lt"/>
        </a:defRPr>
      </a:lvl8pPr>
      <a:lvl9pPr marL="3486150" indent="-228600" algn="just" rtl="0" fontAlgn="base">
        <a:spcBef>
          <a:spcPct val="40000"/>
        </a:spcBef>
        <a:spcAft>
          <a:spcPct val="0"/>
        </a:spcAft>
        <a:buClr>
          <a:schemeClr val="folHlink"/>
        </a:buClr>
        <a:buFont typeface="Wingdings" pitchFamily="2" charset="2"/>
        <a:tabLst>
          <a:tab pos="457200" algn="l"/>
        </a:tabLst>
        <a:defRPr sz="1600">
          <a:solidFill>
            <a:schemeClr val="bg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rakonix.systems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png"/><Relationship Id="rId5" Type="http://schemas.openxmlformats.org/officeDocument/2006/relationships/hyperlink" Target="https://bayview0.sharepoint.com/sites/ApplicationSecurity/" TargetMode="External"/><Relationship Id="rId4" Type="http://schemas.openxmlformats.org/officeDocument/2006/relationships/hyperlink" Target="https://github.com/Mermaid-Chart/vscode-mermaid-chart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bayview0.sharepoint.com/sites/ApplicationSecurity/SitePages/Wiz-Dev-Quick-Start-Guide.aspx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bitbucket.org/bayview-asset-management/wizgitrepocoverage/src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deyosemanputra/pygoat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bayview0.sharepoint.com/sites/ApplicationSecurity/SitePages/Wiz-Dev-Quick-Start-Guide.aspx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sz="quarter"/>
          </p:nvPr>
        </p:nvSpPr>
        <p:spPr>
          <a:xfrm>
            <a:off x="914400" y="3154166"/>
            <a:ext cx="10261600" cy="1315092"/>
          </a:xfrm>
        </p:spPr>
        <p:txBody>
          <a:bodyPr/>
          <a:lstStyle/>
          <a:p>
            <a:pPr algn="ctr"/>
            <a:r>
              <a:rPr lang="en-US" sz="2800" dirty="0">
                <a:latin typeface="Arial"/>
                <a:cs typeface="Arial"/>
              </a:rPr>
              <a:t>Information Security Risk &amp; Compliance (ISRC)</a:t>
            </a:r>
            <a:br>
              <a:rPr lang="en-US" sz="2800">
                <a:latin typeface="Arial"/>
                <a:cs typeface="Arial"/>
              </a:rPr>
            </a:br>
            <a:r>
              <a:rPr lang="en-US" sz="2400" b="1">
                <a:latin typeface="Arial"/>
                <a:cs typeface="Arial"/>
              </a:rPr>
              <a:t>Wiz Code </a:t>
            </a:r>
            <a:r>
              <a:rPr lang="en-US" sz="2400" b="1" dirty="0">
                <a:latin typeface="Arial"/>
                <a:cs typeface="Arial"/>
              </a:rPr>
              <a:t>at Bayview</a:t>
            </a:r>
            <a:br>
              <a:rPr lang="en-US" sz="2400" dirty="0">
                <a:latin typeface="Arial"/>
                <a:cs typeface="Arial"/>
              </a:rPr>
            </a:br>
            <a:r>
              <a:rPr lang="en-US" sz="2400" dirty="0">
                <a:latin typeface="Arial"/>
                <a:cs typeface="Arial"/>
              </a:rPr>
              <a:t>Henry Post - May 2026</a:t>
            </a:r>
            <a:endParaRPr lang="en-US" sz="2800" dirty="0">
              <a:latin typeface="Arial"/>
              <a:cs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515351" y="6505575"/>
            <a:ext cx="454819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201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9A1AF-E252-4BA8-30A4-976EDEFC2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Placeholder 2">
            <a:extLst>
              <a:ext uri="{FF2B5EF4-FFF2-40B4-BE49-F238E27FC236}">
                <a16:creationId xmlns:a16="http://schemas.microsoft.com/office/drawing/2014/main" id="{E0808C00-1929-5C84-C1EA-20546BA30D6D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914400"/>
            <a:ext cx="6362700" cy="4691126"/>
          </a:xfrm>
        </p:spPr>
        <p:txBody>
          <a:bodyPr/>
          <a:lstStyle/>
          <a:p>
            <a:pPr marL="457200" indent="-457200" algn="l">
              <a:buAutoNum type="arabicPeriod"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Who are you?</a:t>
            </a:r>
          </a:p>
          <a:p>
            <a:pPr marL="685800" lvl="1" indent="-457200">
              <a:buAutoNum type="arabicPeriod"/>
            </a:pP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Nice to meet you! I’m Henry Post. I lead AppSec and I’ve been at Bayview for 3 years, US Bank for 4 years previously. I love baking, cooking, fighting games, gardening, weightlifting, and am currently studying for the OSCP exam (hacking exam). I specialize in Application Security and penetration testing. My personal site is </a:t>
            </a: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https://drakonix.systems/</a:t>
            </a: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if you’re curious about other projects I’ve worked on. I host some infra there for animal shelters.</a:t>
            </a:r>
          </a:p>
          <a:p>
            <a:pPr marL="457200" indent="-457200" algn="l">
              <a:buAutoNum type="arabicPeriod"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How did you generate your diagrams?</a:t>
            </a:r>
          </a:p>
          <a:p>
            <a:pPr marL="571500" lvl="1" indent="-342900">
              <a:buAutoNum type="arabicPeriod"/>
            </a:pP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 use Mermaid to generate diagrams. If I could, I would use LaTeX or pure Markdown plus </a:t>
            </a:r>
            <a:r>
              <a:rPr lang="en-US" alt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pandoc</a:t>
            </a: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CLI for deterministic formatting for this entire PPTX.</a:t>
            </a:r>
          </a:p>
          <a:p>
            <a:pPr marL="914400" lvl="2" indent="-342900">
              <a:buAutoNum type="arabicPeriod"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https://github.com/Mermaid-Chart/vscode-mermaid-chart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342900" indent="-342900">
              <a:buAutoNum type="arabicPeriod"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Are there guides related to AppSec?</a:t>
            </a:r>
          </a:p>
          <a:p>
            <a:pPr marL="571500" lvl="1" indent="-342900">
              <a:buAutoNum type="arabicPeriod"/>
            </a:pP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Yes! There are many below.</a:t>
            </a:r>
          </a:p>
          <a:p>
            <a:pPr marL="914400" lvl="2" indent="-342900">
              <a:buAutoNum type="arabicPeriod"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https://bayview0.sharepoint.com/sites/ApplicationSecurity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914400" lvl="2" indent="-342900">
              <a:buAutoNum type="arabicPeriod"/>
            </a:pP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71" name="Slide Number Placeholder 3">
            <a:extLst>
              <a:ext uri="{FF2B5EF4-FFF2-40B4-BE49-F238E27FC236}">
                <a16:creationId xmlns:a16="http://schemas.microsoft.com/office/drawing/2014/main" id="{CF22A838-9CF6-CE1B-1EFE-4EFC1DA303F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160000" y="6553200"/>
            <a:ext cx="1727200" cy="228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E715DC2-0728-4765-960B-3867E6882CA1}" type="slidenum">
              <a:rPr lang="en-US" altLang="en-US" sz="900">
                <a:solidFill>
                  <a:schemeClr val="bg1"/>
                </a:solidFill>
              </a:rPr>
              <a:pPr/>
              <a:t>2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7172" name="Title 2">
            <a:extLst>
              <a:ext uri="{FF2B5EF4-FFF2-40B4-BE49-F238E27FC236}">
                <a16:creationId xmlns:a16="http://schemas.microsoft.com/office/drawing/2014/main" id="{C788B9A5-B3F6-C730-AD96-0264E5286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2880"/>
            <a:ext cx="8467725" cy="640080"/>
          </a:xfrm>
        </p:spPr>
        <p:txBody>
          <a:bodyPr/>
          <a:lstStyle/>
          <a:p>
            <a:r>
              <a:rPr lang="en-US" dirty="0"/>
              <a:t>Meta slide</a:t>
            </a:r>
          </a:p>
        </p:txBody>
      </p:sp>
      <p:sp>
        <p:nvSpPr>
          <p:cNvPr id="7176" name="AutoShape 2" descr="https://usc-powerpoint.officeapps.live.com/pods/GetClipboardImage.ashx?Id=ddeb6509-a4e4-44be-9cf4-14d5ce8c69f4&amp;DC=PUS10&amp;pkey=c44f61af-a561-4bfb-aa53-698f8c4241b3&amp;wdwaccluster=PUS10">
            <a:extLst>
              <a:ext uri="{FF2B5EF4-FFF2-40B4-BE49-F238E27FC236}">
                <a16:creationId xmlns:a16="http://schemas.microsoft.com/office/drawing/2014/main" id="{AFD2D294-2921-445E-ADC9-F8A8C1B88D3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78919" y="748904"/>
            <a:ext cx="228600" cy="22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60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9FAF136-D8B0-91AD-D145-633D53E92D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900" y="878713"/>
            <a:ext cx="47625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5476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72041-06C1-8C89-AF34-BACD1656D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Placeholder 2">
            <a:extLst>
              <a:ext uri="{FF2B5EF4-FFF2-40B4-BE49-F238E27FC236}">
                <a16:creationId xmlns:a16="http://schemas.microsoft.com/office/drawing/2014/main" id="{16C0C474-2A6C-00CA-E22A-37E81C9B278F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914400"/>
            <a:ext cx="11125200" cy="4267200"/>
          </a:xfrm>
        </p:spPr>
        <p:txBody>
          <a:bodyPr/>
          <a:lstStyle/>
          <a:p>
            <a:pPr marL="457200" indent="-457200" algn="l">
              <a:buFont typeface="+mj-lt"/>
              <a:buAutoNum type="arabicPeriod"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Wiz started as a cloud misconfiguration scanning tool.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It’s recently gotten a lot of more features around code scanning and was purchased by Google.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What does AppSec use it for?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Wiz can replace Snyk for code scanning.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It can do SAST (Code scanning), </a:t>
            </a:r>
            <a:r>
              <a:rPr lang="en-US" alt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IaC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(Infra as Code scanning), SCA (3</a:t>
            </a:r>
            <a:r>
              <a:rPr lang="en-US" altLang="en-US" sz="1800" baseline="30000" dirty="0">
                <a:latin typeface="Arial" panose="020B0604020202020204" pitchFamily="34" charset="0"/>
                <a:cs typeface="Arial" panose="020B0604020202020204" pitchFamily="34" charset="0"/>
              </a:rPr>
              <a:t>rd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party dependency scanning for CVEs), and Secrets </a:t>
            </a: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  <a:t>scanning. 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lvl="1" indent="-457200">
              <a:buFont typeface="+mj-lt"/>
              <a:buAutoNum type="arabicPeriod"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It covers the gaps that StackHawk leaves, as StackHawk can only scan for DAST (Automated web </a:t>
            </a:r>
            <a:r>
              <a:rPr lang="en-US" alt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pentesting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) vulnerabilities.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Is there a guide?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Yes! I wrote a very detailed guide for developers. It will be updated frequently as people continue to use Wiz.</a:t>
            </a:r>
          </a:p>
        </p:txBody>
      </p:sp>
      <p:sp>
        <p:nvSpPr>
          <p:cNvPr id="7171" name="Slide Number Placeholder 3">
            <a:extLst>
              <a:ext uri="{FF2B5EF4-FFF2-40B4-BE49-F238E27FC236}">
                <a16:creationId xmlns:a16="http://schemas.microsoft.com/office/drawing/2014/main" id="{42EF71F6-208A-C965-9D21-CBD17E4E136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160000" y="6553200"/>
            <a:ext cx="1727200" cy="228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E715DC2-0728-4765-960B-3867E6882CA1}" type="slidenum">
              <a:rPr lang="en-US" altLang="en-US" sz="900">
                <a:solidFill>
                  <a:schemeClr val="bg1"/>
                </a:solidFill>
              </a:rPr>
              <a:pPr/>
              <a:t>3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7172" name="Title 2">
            <a:extLst>
              <a:ext uri="{FF2B5EF4-FFF2-40B4-BE49-F238E27FC236}">
                <a16:creationId xmlns:a16="http://schemas.microsoft.com/office/drawing/2014/main" id="{31C1C048-0648-3308-DDE2-2728D2268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2880"/>
            <a:ext cx="8467725" cy="640080"/>
          </a:xfrm>
        </p:spPr>
        <p:txBody>
          <a:bodyPr/>
          <a:lstStyle/>
          <a:p>
            <a:r>
              <a:rPr lang="en-US" dirty="0"/>
              <a:t>What is Wiz? 1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10E68B96-41ED-2BFA-1FE1-5000BAB89F83}"/>
              </a:ext>
            </a:extLst>
          </p:cNvPr>
          <p:cNvSpPr txBox="1">
            <a:spLocks/>
          </p:cNvSpPr>
          <p:nvPr/>
        </p:nvSpPr>
        <p:spPr bwMode="auto">
          <a:xfrm>
            <a:off x="3101580" y="1890219"/>
            <a:ext cx="50958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3D69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3D69"/>
                </a:solidFill>
                <a:latin typeface="HelveticaNeueLT Pro 65 Md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3D69"/>
                </a:solidFill>
                <a:latin typeface="HelveticaNeueLT Pro 65 Md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3D69"/>
                </a:solidFill>
                <a:latin typeface="HelveticaNeueLT Pro 65 Md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3D69"/>
                </a:solidFill>
                <a:latin typeface="HelveticaNeueLT Pro 65 Md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D69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D69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D69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D69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en-US" sz="1200" kern="0"/>
          </a:p>
        </p:txBody>
      </p:sp>
      <p:sp>
        <p:nvSpPr>
          <p:cNvPr id="7176" name="AutoShape 2" descr="https://usc-powerpoint.officeapps.live.com/pods/GetClipboardImage.ashx?Id=ddeb6509-a4e4-44be-9cf4-14d5ce8c69f4&amp;DC=PUS10&amp;pkey=c44f61af-a561-4bfb-aa53-698f8c4241b3&amp;wdwaccluster=PUS10">
            <a:extLst>
              <a:ext uri="{FF2B5EF4-FFF2-40B4-BE49-F238E27FC236}">
                <a16:creationId xmlns:a16="http://schemas.microsoft.com/office/drawing/2014/main" id="{7B62E7D6-4BC4-E997-08B4-A4B466025FF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78919" y="748904"/>
            <a:ext cx="228600" cy="22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6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D5D194-CEF7-3367-B0F1-56C05C0D8B28}"/>
              </a:ext>
            </a:extLst>
          </p:cNvPr>
          <p:cNvSpPr txBox="1"/>
          <p:nvPr/>
        </p:nvSpPr>
        <p:spPr>
          <a:xfrm>
            <a:off x="889000" y="5266972"/>
            <a:ext cx="107632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hlinkClick r:id="rId3"/>
              </a:rPr>
              <a:t>https://bayview0.sharepoint.com/sites/ApplicationSecurity/SitePages/Wiz-Dev-Quick-Start-Guide.aspx</a:t>
            </a:r>
            <a:r>
              <a:rPr lang="en-US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57043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D3CDB-2C5B-FC10-1ECB-AD5C2E85F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DF67322-EA08-CF89-61C1-E2874A668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0370" y="2220539"/>
            <a:ext cx="6146006" cy="3723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46" name="Text Placeholder 2">
            <a:extLst>
              <a:ext uri="{FF2B5EF4-FFF2-40B4-BE49-F238E27FC236}">
                <a16:creationId xmlns:a16="http://schemas.microsoft.com/office/drawing/2014/main" id="{220EFF64-B82A-C07C-932F-75C931E3FECD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914400"/>
            <a:ext cx="11125200" cy="4691126"/>
          </a:xfrm>
        </p:spPr>
        <p:txBody>
          <a:bodyPr/>
          <a:lstStyle/>
          <a:p>
            <a:pPr marL="457200" indent="-457200" algn="l">
              <a:buFont typeface="+mj-lt"/>
              <a:buAutoNum type="arabicPeriod"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We currently have excellent scan coverage, thanks to all who helped me set up “Connectors” between Git providers and Wiz. As far as I know, every Git repository we code in, is scanned. 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Previously with Snyk, we had slightly worse (200 unscanned repos) coverage due to connector issues and noise from Snyk.</a:t>
            </a:r>
          </a:p>
        </p:txBody>
      </p:sp>
      <p:sp>
        <p:nvSpPr>
          <p:cNvPr id="7171" name="Slide Number Placeholder 3">
            <a:extLst>
              <a:ext uri="{FF2B5EF4-FFF2-40B4-BE49-F238E27FC236}">
                <a16:creationId xmlns:a16="http://schemas.microsoft.com/office/drawing/2014/main" id="{29E722C6-55C8-810F-D7B6-E83DDB50503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160000" y="6553200"/>
            <a:ext cx="1727200" cy="228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E715DC2-0728-4765-960B-3867E6882CA1}" type="slidenum">
              <a:rPr lang="en-US" altLang="en-US" sz="900">
                <a:solidFill>
                  <a:schemeClr val="bg1"/>
                </a:solidFill>
              </a:rPr>
              <a:pPr/>
              <a:t>4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7172" name="Title 2">
            <a:extLst>
              <a:ext uri="{FF2B5EF4-FFF2-40B4-BE49-F238E27FC236}">
                <a16:creationId xmlns:a16="http://schemas.microsoft.com/office/drawing/2014/main" id="{5D9FE57F-C9E3-560C-562D-99395B983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2880"/>
            <a:ext cx="8467725" cy="640080"/>
          </a:xfrm>
        </p:spPr>
        <p:txBody>
          <a:bodyPr/>
          <a:lstStyle/>
          <a:p>
            <a:r>
              <a:rPr lang="en-US" dirty="0"/>
              <a:t>What is Wiz? 2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6FE94F1E-C7B7-231B-784C-520ADE08F192}"/>
              </a:ext>
            </a:extLst>
          </p:cNvPr>
          <p:cNvSpPr txBox="1">
            <a:spLocks/>
          </p:cNvSpPr>
          <p:nvPr/>
        </p:nvSpPr>
        <p:spPr bwMode="auto">
          <a:xfrm>
            <a:off x="3101580" y="1890219"/>
            <a:ext cx="50958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3D69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3D69"/>
                </a:solidFill>
                <a:latin typeface="HelveticaNeueLT Pro 65 Md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3D69"/>
                </a:solidFill>
                <a:latin typeface="HelveticaNeueLT Pro 65 Md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3D69"/>
                </a:solidFill>
                <a:latin typeface="HelveticaNeueLT Pro 65 Md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3D69"/>
                </a:solidFill>
                <a:latin typeface="HelveticaNeueLT Pro 65 Md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D69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D69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D69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D69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en-US" sz="1200" kern="0"/>
          </a:p>
        </p:txBody>
      </p:sp>
      <p:sp>
        <p:nvSpPr>
          <p:cNvPr id="7176" name="AutoShape 2" descr="https://usc-powerpoint.officeapps.live.com/pods/GetClipboardImage.ashx?Id=ddeb6509-a4e4-44be-9cf4-14d5ce8c69f4&amp;DC=PUS10&amp;pkey=c44f61af-a561-4bfb-aa53-698f8c4241b3&amp;wdwaccluster=PUS10">
            <a:extLst>
              <a:ext uri="{FF2B5EF4-FFF2-40B4-BE49-F238E27FC236}">
                <a16:creationId xmlns:a16="http://schemas.microsoft.com/office/drawing/2014/main" id="{F97036A8-7BCF-AE7C-E308-458B6D945F6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78919" y="748904"/>
            <a:ext cx="228600" cy="22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600"/>
          </a:p>
        </p:txBody>
      </p:sp>
    </p:spTree>
    <p:extLst>
      <p:ext uri="{BB962C8B-B14F-4D97-AF65-F5344CB8AC3E}">
        <p14:creationId xmlns:p14="http://schemas.microsoft.com/office/powerpoint/2010/main" val="3196405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C85B6-2A5B-A728-34C6-8545B880D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Placeholder 2">
            <a:extLst>
              <a:ext uri="{FF2B5EF4-FFF2-40B4-BE49-F238E27FC236}">
                <a16:creationId xmlns:a16="http://schemas.microsoft.com/office/drawing/2014/main" id="{536FEB1D-3499-769B-331F-0DF9F4EC3542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914400"/>
            <a:ext cx="11125200" cy="1123400"/>
          </a:xfrm>
        </p:spPr>
        <p:txBody>
          <a:bodyPr/>
          <a:lstStyle/>
          <a:p>
            <a:pPr marL="457200" indent="-457200" algn="l">
              <a:buFont typeface="+mj-lt"/>
              <a:buAutoNum type="arabicPeriod"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Wiz connects directly to Git repositories, or can be used in the IDE. Below is a diagram of how the data flows between Git providers like BitBucket, and Wiz. </a:t>
            </a:r>
          </a:p>
          <a:p>
            <a:pPr marL="0" indent="0" algn="l">
              <a:buNone/>
            </a:pPr>
            <a:r>
              <a:rPr lang="en-US" altLang="en-US" sz="1800" b="1" u="sng" dirty="0">
                <a:latin typeface="Arial" panose="020B0604020202020204" pitchFamily="34" charset="0"/>
                <a:cs typeface="Arial" panose="020B0604020202020204" pitchFamily="34" charset="0"/>
              </a:rPr>
              <a:t>Dev POV: Commit, push, view results.</a:t>
            </a:r>
          </a:p>
        </p:txBody>
      </p:sp>
      <p:sp>
        <p:nvSpPr>
          <p:cNvPr id="7171" name="Slide Number Placeholder 3">
            <a:extLst>
              <a:ext uri="{FF2B5EF4-FFF2-40B4-BE49-F238E27FC236}">
                <a16:creationId xmlns:a16="http://schemas.microsoft.com/office/drawing/2014/main" id="{C7BF41A5-08F7-8C0E-D9A5-51DF76A6D67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160000" y="6553200"/>
            <a:ext cx="1727200" cy="228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E715DC2-0728-4765-960B-3867E6882CA1}" type="slidenum">
              <a:rPr lang="en-US" altLang="en-US" sz="900">
                <a:solidFill>
                  <a:schemeClr val="bg1"/>
                </a:solidFill>
              </a:rPr>
              <a:pPr/>
              <a:t>5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7172" name="Title 2">
            <a:extLst>
              <a:ext uri="{FF2B5EF4-FFF2-40B4-BE49-F238E27FC236}">
                <a16:creationId xmlns:a16="http://schemas.microsoft.com/office/drawing/2014/main" id="{C1A2D6FB-8F1E-BB7C-3163-F66C69D60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2880"/>
            <a:ext cx="8467725" cy="640080"/>
          </a:xfrm>
        </p:spPr>
        <p:txBody>
          <a:bodyPr/>
          <a:lstStyle/>
          <a:p>
            <a:r>
              <a:rPr lang="en-US" dirty="0"/>
              <a:t>What is Wiz? 3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A3B33C78-763B-3A17-4AB1-62F5C1334851}"/>
              </a:ext>
            </a:extLst>
          </p:cNvPr>
          <p:cNvSpPr txBox="1">
            <a:spLocks/>
          </p:cNvSpPr>
          <p:nvPr/>
        </p:nvSpPr>
        <p:spPr bwMode="auto">
          <a:xfrm>
            <a:off x="3101580" y="1890219"/>
            <a:ext cx="50958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3D69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3D69"/>
                </a:solidFill>
                <a:latin typeface="HelveticaNeueLT Pro 65 Md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3D69"/>
                </a:solidFill>
                <a:latin typeface="HelveticaNeueLT Pro 65 Md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3D69"/>
                </a:solidFill>
                <a:latin typeface="HelveticaNeueLT Pro 65 Md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3D69"/>
                </a:solidFill>
                <a:latin typeface="HelveticaNeueLT Pro 65 Md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D69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D69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D69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D69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en-US" sz="1200" kern="0"/>
          </a:p>
        </p:txBody>
      </p:sp>
      <p:sp>
        <p:nvSpPr>
          <p:cNvPr id="7176" name="AutoShape 2" descr="https://usc-powerpoint.officeapps.live.com/pods/GetClipboardImage.ashx?Id=ddeb6509-a4e4-44be-9cf4-14d5ce8c69f4&amp;DC=PUS10&amp;pkey=c44f61af-a561-4bfb-aa53-698f8c4241b3&amp;wdwaccluster=PUS10">
            <a:extLst>
              <a:ext uri="{FF2B5EF4-FFF2-40B4-BE49-F238E27FC236}">
                <a16:creationId xmlns:a16="http://schemas.microsoft.com/office/drawing/2014/main" id="{E4C32FF9-4A9F-6372-367A-6B58AE7945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78919" y="748904"/>
            <a:ext cx="228600" cy="22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6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2B4C10-59A7-49E7-8671-193E27B3F361}"/>
              </a:ext>
            </a:extLst>
          </p:cNvPr>
          <p:cNvSpPr txBox="1"/>
          <p:nvPr/>
        </p:nvSpPr>
        <p:spPr>
          <a:xfrm>
            <a:off x="3048000" y="3122763"/>
            <a:ext cx="6096000" cy="612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Generate a mermaid diagram that outlines how Wiz does SAST/</a:t>
            </a:r>
            <a:r>
              <a:rPr lang="en-US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IaC</a:t>
            </a:r>
            <a:r>
              <a:rPr lang="en-US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/Secrets/SCA scanning - their scan backend periodically connecting to Git providers like BitBucket, and then showing results in their web portal. make it a sequence diagram.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976ECA-7515-84A0-B420-0FB398E427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4604" y="2192345"/>
            <a:ext cx="8002792" cy="4244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943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04C4B-2806-84F9-C8C9-7BCEBFDD5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Placeholder 2">
            <a:extLst>
              <a:ext uri="{FF2B5EF4-FFF2-40B4-BE49-F238E27FC236}">
                <a16:creationId xmlns:a16="http://schemas.microsoft.com/office/drawing/2014/main" id="{1374EAFA-0152-A3C7-4536-254BCE8E376E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914400"/>
            <a:ext cx="11125200" cy="1049874"/>
          </a:xfrm>
        </p:spPr>
        <p:txBody>
          <a:bodyPr/>
          <a:lstStyle/>
          <a:p>
            <a:pPr marL="457200" indent="-457200" algn="l">
              <a:buFont typeface="+mj-lt"/>
              <a:buAutoNum type="arabicPeriod"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Once scans are done, users can view findings in Wiz’s web portal.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Users can also use IDE plugins to view scan findings immediately in their IDE.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This is preferred for developers, as it is a faster feedback loop. </a:t>
            </a:r>
          </a:p>
        </p:txBody>
      </p:sp>
      <p:sp>
        <p:nvSpPr>
          <p:cNvPr id="7171" name="Slide Number Placeholder 3">
            <a:extLst>
              <a:ext uri="{FF2B5EF4-FFF2-40B4-BE49-F238E27FC236}">
                <a16:creationId xmlns:a16="http://schemas.microsoft.com/office/drawing/2014/main" id="{7AB4D5ED-29F3-6179-C6EB-8A35EA5A899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160000" y="6553200"/>
            <a:ext cx="1727200" cy="228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E715DC2-0728-4765-960B-3867E6882CA1}" type="slidenum">
              <a:rPr lang="en-US" altLang="en-US" sz="900">
                <a:solidFill>
                  <a:schemeClr val="bg1"/>
                </a:solidFill>
              </a:rPr>
              <a:pPr/>
              <a:t>6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7172" name="Title 2">
            <a:extLst>
              <a:ext uri="{FF2B5EF4-FFF2-40B4-BE49-F238E27FC236}">
                <a16:creationId xmlns:a16="http://schemas.microsoft.com/office/drawing/2014/main" id="{91615795-F097-DEAD-2545-9AB28E004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2880"/>
            <a:ext cx="8467725" cy="640080"/>
          </a:xfrm>
        </p:spPr>
        <p:txBody>
          <a:bodyPr/>
          <a:lstStyle/>
          <a:p>
            <a:r>
              <a:rPr lang="en-US" dirty="0"/>
              <a:t>What is Wiz? 4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E65FB177-7981-9236-670D-BDC0BDAAE482}"/>
              </a:ext>
            </a:extLst>
          </p:cNvPr>
          <p:cNvSpPr txBox="1">
            <a:spLocks/>
          </p:cNvSpPr>
          <p:nvPr/>
        </p:nvSpPr>
        <p:spPr bwMode="auto">
          <a:xfrm>
            <a:off x="3101580" y="1890219"/>
            <a:ext cx="50958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3D69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3D69"/>
                </a:solidFill>
                <a:latin typeface="HelveticaNeueLT Pro 65 Md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3D69"/>
                </a:solidFill>
                <a:latin typeface="HelveticaNeueLT Pro 65 Md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3D69"/>
                </a:solidFill>
                <a:latin typeface="HelveticaNeueLT Pro 65 Md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3D69"/>
                </a:solidFill>
                <a:latin typeface="HelveticaNeueLT Pro 65 Md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D69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D69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D69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D69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en-US" sz="1200" kern="0"/>
          </a:p>
        </p:txBody>
      </p:sp>
      <p:sp>
        <p:nvSpPr>
          <p:cNvPr id="7176" name="AutoShape 2" descr="https://usc-powerpoint.officeapps.live.com/pods/GetClipboardImage.ashx?Id=ddeb6509-a4e4-44be-9cf4-14d5ce8c69f4&amp;DC=PUS10&amp;pkey=c44f61af-a561-4bfb-aa53-698f8c4241b3&amp;wdwaccluster=PUS10">
            <a:extLst>
              <a:ext uri="{FF2B5EF4-FFF2-40B4-BE49-F238E27FC236}">
                <a16:creationId xmlns:a16="http://schemas.microsoft.com/office/drawing/2014/main" id="{C0550187-AD0D-6A9C-49AF-778092D22FD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78919" y="748904"/>
            <a:ext cx="228600" cy="22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6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B71FA3-8D6A-071E-503A-A1810D4EF6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118819"/>
            <a:ext cx="8467725" cy="4197450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D854766-AB13-8581-4806-19D1B9A3758C}"/>
              </a:ext>
            </a:extLst>
          </p:cNvPr>
          <p:cNvSpPr txBox="1">
            <a:spLocks/>
          </p:cNvSpPr>
          <p:nvPr/>
        </p:nvSpPr>
        <p:spPr bwMode="auto">
          <a:xfrm>
            <a:off x="9164319" y="2118819"/>
            <a:ext cx="2319867" cy="4434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rgbClr val="000000"/>
                </a:solidFill>
                <a:latin typeface="HelveticaNeueLT Pro 55 Roman" pitchFamily="34" charset="0"/>
                <a:ea typeface="+mn-ea"/>
                <a:cs typeface="+mn-cs"/>
              </a:defRPr>
            </a:lvl1pPr>
            <a:lvl2pPr marL="45720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rgbClr val="7F7F7F"/>
              </a:buClr>
              <a:buFont typeface="Wingdings" panose="05000000000000000000" pitchFamily="2" charset="2"/>
              <a:buChar char="§"/>
              <a:defRPr sz="1400">
                <a:solidFill>
                  <a:srgbClr val="7F7F7F"/>
                </a:solidFill>
                <a:latin typeface="HelveticaNeueLT Pro 55 Roman" pitchFamily="34" charset="0"/>
              </a:defRPr>
            </a:lvl2pPr>
            <a:lvl3pPr marL="80010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rgbClr val="7F7F7F"/>
              </a:buClr>
              <a:buFont typeface="Wingdings" panose="05000000000000000000" pitchFamily="2" charset="2"/>
              <a:buChar char="§"/>
              <a:defRPr sz="1200">
                <a:solidFill>
                  <a:srgbClr val="7F7F7F"/>
                </a:solidFill>
                <a:latin typeface="HelveticaNeueLT Pro 55 Roman" pitchFamily="34" charset="0"/>
              </a:defRPr>
            </a:lvl3pPr>
            <a:lvl4pPr marL="114300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rgbClr val="7F7F7F"/>
              </a:buClr>
              <a:buFont typeface="Wingdings" panose="05000000000000000000" pitchFamily="2" charset="2"/>
              <a:buChar char="§"/>
              <a:defRPr sz="1000">
                <a:solidFill>
                  <a:srgbClr val="7F7F7F"/>
                </a:solidFill>
                <a:latin typeface="HelveticaNeueLT Pro 55 Roman" pitchFamily="34" charset="0"/>
              </a:defRPr>
            </a:lvl4pPr>
            <a:lvl5pPr marL="1485900" indent="-228600" algn="just" rtl="0" eaLnBrk="0" fontAlgn="base" hangingPunct="0">
              <a:spcBef>
                <a:spcPct val="40000"/>
              </a:spcBef>
              <a:spcAft>
                <a:spcPct val="0"/>
              </a:spcAft>
              <a:buClr>
                <a:srgbClr val="7F7F7F"/>
              </a:buClr>
              <a:buFont typeface="Wingdings" panose="05000000000000000000" pitchFamily="2" charset="2"/>
              <a:buChar char="§"/>
              <a:defRPr sz="1000">
                <a:solidFill>
                  <a:srgbClr val="7F7F7F"/>
                </a:solidFill>
                <a:latin typeface="HelveticaNeueLT Pro 55 Roman" pitchFamily="34" charset="0"/>
              </a:defRPr>
            </a:lvl5pPr>
            <a:lvl6pPr marL="2114550" indent="-228600" algn="just" rtl="0" fontAlgn="base">
              <a:spcBef>
                <a:spcPct val="4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tabLst>
                <a:tab pos="457200" algn="l"/>
              </a:tabLst>
              <a:defRPr sz="1600">
                <a:solidFill>
                  <a:schemeClr val="bg2"/>
                </a:solidFill>
                <a:latin typeface="+mn-lt"/>
              </a:defRPr>
            </a:lvl6pPr>
            <a:lvl7pPr marL="2571750" indent="-228600" algn="just" rtl="0" fontAlgn="base">
              <a:spcBef>
                <a:spcPct val="4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tabLst>
                <a:tab pos="457200" algn="l"/>
              </a:tabLst>
              <a:defRPr sz="1600">
                <a:solidFill>
                  <a:schemeClr val="bg2"/>
                </a:solidFill>
                <a:latin typeface="+mn-lt"/>
              </a:defRPr>
            </a:lvl7pPr>
            <a:lvl8pPr marL="3028950" indent="-228600" algn="just" rtl="0" fontAlgn="base">
              <a:spcBef>
                <a:spcPct val="4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tabLst>
                <a:tab pos="457200" algn="l"/>
              </a:tabLst>
              <a:defRPr sz="1600">
                <a:solidFill>
                  <a:schemeClr val="bg2"/>
                </a:solidFill>
                <a:latin typeface="+mn-lt"/>
              </a:defRPr>
            </a:lvl8pPr>
            <a:lvl9pPr marL="3486150" indent="-228600" algn="just" rtl="0" fontAlgn="base">
              <a:spcBef>
                <a:spcPct val="4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tabLst>
                <a:tab pos="457200" algn="l"/>
              </a:tabLst>
              <a:defRPr sz="1600">
                <a:solidFill>
                  <a:schemeClr val="bg2"/>
                </a:solidFill>
                <a:latin typeface="+mn-lt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altLang="en-US" sz="1600" kern="0" dirty="0">
                <a:latin typeface="Arial" panose="020B0604020202020204" pitchFamily="34" charset="0"/>
                <a:cs typeface="Arial" panose="020B0604020202020204" pitchFamily="34" charset="0"/>
              </a:rPr>
              <a:t>In this example, this Wiz finding was marked as “No Risk” due to mitigations; being the use of prepared statements in SQL.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kern="0" dirty="0">
                <a:latin typeface="Arial" panose="020B0604020202020204" pitchFamily="34" charset="0"/>
              </a:rPr>
              <a:t>Wiz is able to analyze code using AI to make determinations like this, greatly reducing scan tool noise</a:t>
            </a:r>
            <a:r>
              <a:rPr lang="en-US" altLang="en-US" kern="0">
                <a:latin typeface="Arial" panose="020B0604020202020204" pitchFamily="34" charset="0"/>
              </a:rPr>
              <a:t>. </a:t>
            </a:r>
            <a:endParaRPr lang="en-US" altLang="en-US" kern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0990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16D9F-F62E-011B-52D8-89686DF41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Placeholder 2">
            <a:extLst>
              <a:ext uri="{FF2B5EF4-FFF2-40B4-BE49-F238E27FC236}">
                <a16:creationId xmlns:a16="http://schemas.microsoft.com/office/drawing/2014/main" id="{EE316F7B-9744-CC5F-AA11-7F4787FF4F32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914400"/>
            <a:ext cx="11125200" cy="5384800"/>
          </a:xfrm>
        </p:spPr>
        <p:txBody>
          <a:bodyPr/>
          <a:lstStyle/>
          <a:p>
            <a:pPr marL="457200" indent="-457200" algn="l">
              <a:buFont typeface="+mj-lt"/>
              <a:buAutoNum type="arabicPeriod"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Good news: We already get automatic scans. Once you commit and push, you’ll get results.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It is recommended to do a few things, though, to make the feedback loop tighter: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Use Wiz IDE Plugins. This brings the results closer to the software developer.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Run Wiz scans in CICD. This can automatically break builds if Wiz finds any high or critical vulnerabilities.</a:t>
            </a:r>
          </a:p>
        </p:txBody>
      </p:sp>
      <p:sp>
        <p:nvSpPr>
          <p:cNvPr id="7171" name="Slide Number Placeholder 3">
            <a:extLst>
              <a:ext uri="{FF2B5EF4-FFF2-40B4-BE49-F238E27FC236}">
                <a16:creationId xmlns:a16="http://schemas.microsoft.com/office/drawing/2014/main" id="{36D89D26-C559-3480-1C79-0CF46758837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160000" y="6553200"/>
            <a:ext cx="1727200" cy="228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E715DC2-0728-4765-960B-3867E6882CA1}" type="slidenum">
              <a:rPr lang="en-US" altLang="en-US" sz="900">
                <a:solidFill>
                  <a:schemeClr val="bg1"/>
                </a:solidFill>
              </a:rPr>
              <a:pPr/>
              <a:t>7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7172" name="Title 2">
            <a:extLst>
              <a:ext uri="{FF2B5EF4-FFF2-40B4-BE49-F238E27FC236}">
                <a16:creationId xmlns:a16="http://schemas.microsoft.com/office/drawing/2014/main" id="{382FAF0A-BEE5-8BA0-6920-01C4F6928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2880"/>
            <a:ext cx="8467725" cy="640080"/>
          </a:xfrm>
        </p:spPr>
        <p:txBody>
          <a:bodyPr/>
          <a:lstStyle/>
          <a:p>
            <a:r>
              <a:rPr lang="en-US" dirty="0"/>
              <a:t>Wiz: How do we automate it?</a:t>
            </a:r>
          </a:p>
        </p:txBody>
      </p:sp>
      <p:sp>
        <p:nvSpPr>
          <p:cNvPr id="7176" name="AutoShape 2" descr="https://usc-powerpoint.officeapps.live.com/pods/GetClipboardImage.ashx?Id=ddeb6509-a4e4-44be-9cf4-14d5ce8c69f4&amp;DC=PUS10&amp;pkey=c44f61af-a561-4bfb-aa53-698f8c4241b3&amp;wdwaccluster=PUS10">
            <a:extLst>
              <a:ext uri="{FF2B5EF4-FFF2-40B4-BE49-F238E27FC236}">
                <a16:creationId xmlns:a16="http://schemas.microsoft.com/office/drawing/2014/main" id="{E6D051C0-6CD3-A841-B860-65D8312DD5D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78919" y="748904"/>
            <a:ext cx="228600" cy="22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6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A3C304-0905-0B87-B631-0135219E448C}"/>
              </a:ext>
            </a:extLst>
          </p:cNvPr>
          <p:cNvSpPr txBox="1"/>
          <p:nvPr/>
        </p:nvSpPr>
        <p:spPr>
          <a:xfrm>
            <a:off x="1295400" y="4711131"/>
            <a:ext cx="2984500" cy="792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Generate two short mermaid sequence diagrams showing how Wiz IDE plugins work, and also how Wiz CICD scans work to break builds and give </a:t>
            </a:r>
            <a:r>
              <a:rPr lang="en-U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devs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quick feedback.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64D493-412A-507B-D2EC-567EEBA7A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462" y="3295650"/>
            <a:ext cx="4341253" cy="27356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C03BBC-1770-FF85-5D0D-C72DCC2152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0119" y="3295650"/>
            <a:ext cx="4729876" cy="273301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77DFBDD-53E1-8560-74B9-BE05E2ACDC1D}"/>
              </a:ext>
            </a:extLst>
          </p:cNvPr>
          <p:cNvSpPr txBox="1"/>
          <p:nvPr/>
        </p:nvSpPr>
        <p:spPr>
          <a:xfrm>
            <a:off x="1391444" y="2904123"/>
            <a:ext cx="32321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Wiz IDE Plugin Scan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2FAF74-C87E-8B0D-A2AB-8A6570B3DBBC}"/>
              </a:ext>
            </a:extLst>
          </p:cNvPr>
          <p:cNvSpPr txBox="1"/>
          <p:nvPr/>
        </p:nvSpPr>
        <p:spPr>
          <a:xfrm>
            <a:off x="6708982" y="2904123"/>
            <a:ext cx="32321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Wiz CICD Pipeline Scan</a:t>
            </a:r>
          </a:p>
        </p:txBody>
      </p:sp>
    </p:spTree>
    <p:extLst>
      <p:ext uri="{BB962C8B-B14F-4D97-AF65-F5344CB8AC3E}">
        <p14:creationId xmlns:p14="http://schemas.microsoft.com/office/powerpoint/2010/main" val="4245741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EA993-8A4E-BE0F-1E08-10E989BD8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Placeholder 2">
            <a:extLst>
              <a:ext uri="{FF2B5EF4-FFF2-40B4-BE49-F238E27FC236}">
                <a16:creationId xmlns:a16="http://schemas.microsoft.com/office/drawing/2014/main" id="{B9905930-B868-7C56-2869-AF88FA165EC4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914400"/>
            <a:ext cx="11125200" cy="5384800"/>
          </a:xfrm>
        </p:spPr>
        <p:txBody>
          <a:bodyPr/>
          <a:lstStyle/>
          <a:p>
            <a:pPr marL="457200" indent="-457200" algn="l">
              <a:buFont typeface="+mj-lt"/>
              <a:buAutoNum type="arabicPeriod"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AI giving almost everyone (who has access to it) the ability to write code is fantastic, but it carries risks: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Shadow IT: People developing software outside of any SDLC or documented business process</a:t>
            </a:r>
          </a:p>
          <a:p>
            <a:pPr marL="1028700" lvl="2" indent="-457200">
              <a:buFont typeface="+mj-lt"/>
              <a:buAutoNum type="arabicPeriod"/>
            </a:pPr>
            <a:r>
              <a:rPr lang="en-US" altLang="en-US" sz="105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if they don’t version control it?</a:t>
            </a:r>
          </a:p>
          <a:p>
            <a:pPr marL="1028700" lvl="2" indent="-457200">
              <a:buFont typeface="+mj-lt"/>
              <a:buAutoNum type="arabicPeriod"/>
            </a:pPr>
            <a:r>
              <a:rPr lang="en-US" altLang="en-US" sz="105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if they don’t set up authentication or authorization controls?</a:t>
            </a:r>
          </a:p>
          <a:p>
            <a:pPr marL="1028700" lvl="2" indent="-457200">
              <a:buFont typeface="+mj-lt"/>
              <a:buAutoNum type="arabicPeriod"/>
            </a:pPr>
            <a:r>
              <a:rPr lang="en-US" altLang="en-US" sz="105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if their vibe-coded app contains logic errors that SAST tools can’t detect like zero auth or missing RBAC?</a:t>
            </a:r>
          </a:p>
          <a:p>
            <a:pPr marL="1028700" lvl="2" indent="-457200">
              <a:buFont typeface="+mj-lt"/>
              <a:buAutoNum type="arabicPeriod"/>
            </a:pPr>
            <a:r>
              <a:rPr lang="en-US" altLang="en-US" sz="105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if their vibe-coded app doesn’t actually check their role in AD but still grants them access to a sensitive resource like loan data?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Wiz has an answer for this in the form of SAST scanning for vulnerabilities, but we can’t do it with tools alone.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Adding DAST scanning will find more vulnerabilities, but again, it won’t detect high-level logic-based flaws due to the nature of SAST and DAST tools.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Connecting with “citizen developers” (those who aren’t developers but started writing code) and teaching them how to safely do software development is the best choice.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It enables them to continue developing code for the business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It lets us teach them how to use Git to version source code</a:t>
            </a:r>
          </a:p>
          <a:p>
            <a:pPr marL="1028700" lvl="2" indent="-457200">
              <a:buFont typeface="+mj-lt"/>
              <a:buAutoNum type="arabicPeriod"/>
            </a:pPr>
            <a:r>
              <a:rPr lang="en-US" altLang="en-US" sz="900" i="1" u="sng" dirty="0">
                <a:latin typeface="Arial" panose="020B0604020202020204" pitchFamily="34" charset="0"/>
                <a:cs typeface="Arial" panose="020B0604020202020204" pitchFamily="34" charset="0"/>
              </a:rPr>
              <a:t>…and this lets us get free Wiz SAST/SCA/</a:t>
            </a:r>
            <a:r>
              <a:rPr lang="en-US" altLang="en-US" sz="900" i="1" u="sng" dirty="0" err="1">
                <a:latin typeface="Arial" panose="020B0604020202020204" pitchFamily="34" charset="0"/>
                <a:cs typeface="Arial" panose="020B0604020202020204" pitchFamily="34" charset="0"/>
              </a:rPr>
              <a:t>IaC</a:t>
            </a:r>
            <a:r>
              <a:rPr lang="en-US" altLang="en-US" sz="900" i="1" u="sng" dirty="0">
                <a:latin typeface="Arial" panose="020B0604020202020204" pitchFamily="34" charset="0"/>
                <a:cs typeface="Arial" panose="020B0604020202020204" pitchFamily="34" charset="0"/>
              </a:rPr>
              <a:t>/Secrets scans as a bonus.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It lets us audit their authentication and authorization checks and ask other architectural questions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“Total Bans” on vibe coding are likely very hard to enforce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Is a single PowerShell script a web application? What if it hosts a lightweight API?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What about a tiny Python flask web server with 2 endpoints?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What about a larger Python flask web server with a front-end?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Regardless of the use case for citizen developers, establishing trust and connecting with them and educating them is the best way to prevent Shadow IT.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I partnered with the Desktop Engineering team to teach them how to use Git and start scanning their “</a:t>
            </a:r>
            <a:r>
              <a:rPr lang="en-US" alt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commandcenter</a:t>
            </a:r>
            <a:r>
              <a:rPr lang="en-US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” project’s code with Wiz. Big thank you to that team for being open to learning!</a:t>
            </a:r>
          </a:p>
        </p:txBody>
      </p:sp>
      <p:sp>
        <p:nvSpPr>
          <p:cNvPr id="7171" name="Slide Number Placeholder 3">
            <a:extLst>
              <a:ext uri="{FF2B5EF4-FFF2-40B4-BE49-F238E27FC236}">
                <a16:creationId xmlns:a16="http://schemas.microsoft.com/office/drawing/2014/main" id="{7E74D62E-4D9D-78BC-1C01-57692EE4141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160000" y="6553200"/>
            <a:ext cx="1727200" cy="228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E715DC2-0728-4765-960B-3867E6882CA1}" type="slidenum">
              <a:rPr lang="en-US" altLang="en-US" sz="900">
                <a:solidFill>
                  <a:schemeClr val="bg1"/>
                </a:solidFill>
              </a:rPr>
              <a:pPr/>
              <a:t>8</a:t>
            </a:fld>
            <a:endParaRPr lang="en-US" altLang="en-US" sz="900" dirty="0">
              <a:solidFill>
                <a:schemeClr val="bg1"/>
              </a:solidFill>
            </a:endParaRPr>
          </a:p>
        </p:txBody>
      </p:sp>
      <p:sp>
        <p:nvSpPr>
          <p:cNvPr id="7172" name="Title 2">
            <a:extLst>
              <a:ext uri="{FF2B5EF4-FFF2-40B4-BE49-F238E27FC236}">
                <a16:creationId xmlns:a16="http://schemas.microsoft.com/office/drawing/2014/main" id="{321A3BF2-7073-A2EC-9BBD-E758D66B5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2880"/>
            <a:ext cx="8467725" cy="640080"/>
          </a:xfrm>
        </p:spPr>
        <p:txBody>
          <a:bodyPr/>
          <a:lstStyle/>
          <a:p>
            <a:r>
              <a:rPr lang="en-US" dirty="0"/>
              <a:t>Wiz: What about shadow IT from citizen developers/vibe-coding?</a:t>
            </a:r>
          </a:p>
        </p:txBody>
      </p:sp>
      <p:sp>
        <p:nvSpPr>
          <p:cNvPr id="7176" name="AutoShape 2" descr="https://usc-powerpoint.officeapps.live.com/pods/GetClipboardImage.ashx?Id=ddeb6509-a4e4-44be-9cf4-14d5ce8c69f4&amp;DC=PUS10&amp;pkey=c44f61af-a561-4bfb-aa53-698f8c4241b3&amp;wdwaccluster=PUS10">
            <a:extLst>
              <a:ext uri="{FF2B5EF4-FFF2-40B4-BE49-F238E27FC236}">
                <a16:creationId xmlns:a16="http://schemas.microsoft.com/office/drawing/2014/main" id="{8E7E48AA-FDDC-6A68-7DCC-6728D32BDFC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78919" y="748904"/>
            <a:ext cx="228600" cy="22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600"/>
          </a:p>
        </p:txBody>
      </p:sp>
    </p:spTree>
    <p:extLst>
      <p:ext uri="{BB962C8B-B14F-4D97-AF65-F5344CB8AC3E}">
        <p14:creationId xmlns:p14="http://schemas.microsoft.com/office/powerpoint/2010/main" val="275161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150CE-905F-AB98-DE79-4D8148D6D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Placeholder 2">
            <a:extLst>
              <a:ext uri="{FF2B5EF4-FFF2-40B4-BE49-F238E27FC236}">
                <a16:creationId xmlns:a16="http://schemas.microsoft.com/office/drawing/2014/main" id="{595868C4-34A1-9339-586B-6B4635BB54A0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914400"/>
            <a:ext cx="5898204" cy="5384800"/>
          </a:xfrm>
        </p:spPr>
        <p:txBody>
          <a:bodyPr/>
          <a:lstStyle/>
          <a:p>
            <a:pPr marL="457200" indent="-457200" algn="l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Yes! I’ve written a simple script that collects data from Wiz’s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GraphQL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endpoint to see what our Git repo scan coverage is.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https://bitbucket.org/bayview-asset-management/wizgitrepocoverage/src</a:t>
            </a: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Wiz stores data on cloud assets, accounts, Git repositories, vulnerabilities, virtual machines, Docker images, and many more objects.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All of these are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queryable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either in the web UI, or the API.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This is how I generated the pie chart a few slides back.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The benefit of the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GraphQL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API is that you specify the data you /want/, and the server mutates it for you. No post-GET data massaging needed.</a:t>
            </a:r>
          </a:p>
          <a:p>
            <a:pPr marL="457200" indent="-457200">
              <a:buFont typeface="+mj-lt"/>
              <a:buAutoNum type="arabicPeriod"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Wiz even has an AI model that helps you build queries on their graph database.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i.e. “Show me all Azure VMs connected to production databases”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“Show me all secrets that might be exposed if source code were leaked”</a:t>
            </a:r>
          </a:p>
        </p:txBody>
      </p:sp>
      <p:sp>
        <p:nvSpPr>
          <p:cNvPr id="7171" name="Slide Number Placeholder 3">
            <a:extLst>
              <a:ext uri="{FF2B5EF4-FFF2-40B4-BE49-F238E27FC236}">
                <a16:creationId xmlns:a16="http://schemas.microsoft.com/office/drawing/2014/main" id="{62305D93-0D7F-1FE3-A375-714E895DD2F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160000" y="6553200"/>
            <a:ext cx="1727200" cy="228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E715DC2-0728-4765-960B-3867E6882CA1}" type="slidenum">
              <a:rPr lang="en-US" altLang="en-US" sz="900">
                <a:solidFill>
                  <a:schemeClr val="bg1"/>
                </a:solidFill>
              </a:rPr>
              <a:pPr/>
              <a:t>9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7172" name="Title 2">
            <a:extLst>
              <a:ext uri="{FF2B5EF4-FFF2-40B4-BE49-F238E27FC236}">
                <a16:creationId xmlns:a16="http://schemas.microsoft.com/office/drawing/2014/main" id="{F4CC29BB-1DD8-D2F0-7BBF-3F5C82DDC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2880"/>
            <a:ext cx="8467725" cy="640080"/>
          </a:xfrm>
        </p:spPr>
        <p:txBody>
          <a:bodyPr/>
          <a:lstStyle/>
          <a:p>
            <a:r>
              <a:rPr lang="en-US" dirty="0"/>
              <a:t>Wiz: Can we automate data collection from Wiz’s API?</a:t>
            </a:r>
          </a:p>
        </p:txBody>
      </p:sp>
      <p:sp>
        <p:nvSpPr>
          <p:cNvPr id="7176" name="AutoShape 2" descr="https://usc-powerpoint.officeapps.live.com/pods/GetClipboardImage.ashx?Id=ddeb6509-a4e4-44be-9cf4-14d5ce8c69f4&amp;DC=PUS10&amp;pkey=c44f61af-a561-4bfb-aa53-698f8c4241b3&amp;wdwaccluster=PUS10">
            <a:extLst>
              <a:ext uri="{FF2B5EF4-FFF2-40B4-BE49-F238E27FC236}">
                <a16:creationId xmlns:a16="http://schemas.microsoft.com/office/drawing/2014/main" id="{71241DBB-964A-08A4-517C-CD8D8E14DB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78919" y="748904"/>
            <a:ext cx="228600" cy="22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600"/>
          </a:p>
        </p:txBody>
      </p:sp>
      <p:pic>
        <p:nvPicPr>
          <p:cNvPr id="3" name="Picture 2" descr="A screenshot showing full scan coverage in Wiz.">
            <a:extLst>
              <a:ext uri="{FF2B5EF4-FFF2-40B4-BE49-F238E27FC236}">
                <a16:creationId xmlns:a16="http://schemas.microsoft.com/office/drawing/2014/main" id="{FC847AC7-9F51-DE1D-24DF-873750BA1ED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2226"/>
          <a:stretch>
            <a:fillRect/>
          </a:stretch>
        </p:blipFill>
        <p:spPr>
          <a:xfrm>
            <a:off x="6554410" y="4959377"/>
            <a:ext cx="4741029" cy="10002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6DC28E-6A6E-89C3-97C3-210739383D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8233" y="1076960"/>
            <a:ext cx="3593384" cy="362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892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B699E-8D01-3B31-1761-D14D6908A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Placeholder 2">
            <a:extLst>
              <a:ext uri="{FF2B5EF4-FFF2-40B4-BE49-F238E27FC236}">
                <a16:creationId xmlns:a16="http://schemas.microsoft.com/office/drawing/2014/main" id="{0DDBE745-CCC3-54ED-315C-69E50DDD8BEC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914399"/>
            <a:ext cx="6771162" cy="1243545"/>
          </a:xfrm>
        </p:spPr>
        <p:txBody>
          <a:bodyPr/>
          <a:lstStyle/>
          <a:p>
            <a:pPr marL="457200" indent="-457200" algn="l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For SAST issues, code changes are how we fix vulnerabilities.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Wiz will tell you if it thinks a SAST finding is valid or not. “AI Verdict” is the filter you can use.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Example: SQL Injection</a:t>
            </a:r>
          </a:p>
        </p:txBody>
      </p:sp>
      <p:sp>
        <p:nvSpPr>
          <p:cNvPr id="7171" name="Slide Number Placeholder 3">
            <a:extLst>
              <a:ext uri="{FF2B5EF4-FFF2-40B4-BE49-F238E27FC236}">
                <a16:creationId xmlns:a16="http://schemas.microsoft.com/office/drawing/2014/main" id="{C74C1865-3EEF-13FB-4475-E40385149CF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160000" y="6553200"/>
            <a:ext cx="1727200" cy="228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E715DC2-0728-4765-960B-3867E6882CA1}" type="slidenum">
              <a:rPr lang="en-US" altLang="en-US" sz="900">
                <a:solidFill>
                  <a:schemeClr val="bg1"/>
                </a:solidFill>
              </a:rPr>
              <a:pPr/>
              <a:t>10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7172" name="Title 2">
            <a:extLst>
              <a:ext uri="{FF2B5EF4-FFF2-40B4-BE49-F238E27FC236}">
                <a16:creationId xmlns:a16="http://schemas.microsoft.com/office/drawing/2014/main" id="{7B93F400-156A-16B6-7831-C1FC9E42A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2880"/>
            <a:ext cx="8467725" cy="640080"/>
          </a:xfrm>
        </p:spPr>
        <p:txBody>
          <a:bodyPr/>
          <a:lstStyle/>
          <a:p>
            <a:r>
              <a:rPr lang="en-US" dirty="0"/>
              <a:t>Wiz: How do we fix SAST issues?</a:t>
            </a:r>
          </a:p>
        </p:txBody>
      </p:sp>
      <p:sp>
        <p:nvSpPr>
          <p:cNvPr id="7176" name="AutoShape 2" descr="https://usc-powerpoint.officeapps.live.com/pods/GetClipboardImage.ashx?Id=ddeb6509-a4e4-44be-9cf4-14d5ce8c69f4&amp;DC=PUS10&amp;pkey=c44f61af-a561-4bfb-aa53-698f8c4241b3&amp;wdwaccluster=PUS10">
            <a:extLst>
              <a:ext uri="{FF2B5EF4-FFF2-40B4-BE49-F238E27FC236}">
                <a16:creationId xmlns:a16="http://schemas.microsoft.com/office/drawing/2014/main" id="{729D5290-9015-DB87-A446-1082B627A4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78919" y="748904"/>
            <a:ext cx="228600" cy="22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600"/>
          </a:p>
        </p:txBody>
      </p:sp>
      <p:pic>
        <p:nvPicPr>
          <p:cNvPr id="1026" name="Picture 2" descr="Diagram for CWE-89">
            <a:extLst>
              <a:ext uri="{FF2B5EF4-FFF2-40B4-BE49-F238E27FC236}">
                <a16:creationId xmlns:a16="http://schemas.microsoft.com/office/drawing/2014/main" id="{1E59FD09-60A7-8111-BE75-6571B4586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8362" y="977505"/>
            <a:ext cx="4658838" cy="4049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3FD20F-027C-3EE0-77A7-2F578406699F}"/>
              </a:ext>
            </a:extLst>
          </p:cNvPr>
          <p:cNvSpPr txBox="1"/>
          <p:nvPr/>
        </p:nvSpPr>
        <p:spPr>
          <a:xfrm>
            <a:off x="704850" y="2157945"/>
            <a:ext cx="65235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string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userName</a:t>
            </a:r>
            <a:r>
              <a:rPr lang="en-US" b="0" i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 =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ctx.getAuthenticatedUserName</a:t>
            </a:r>
            <a:r>
              <a:rPr lang="en-US" b="0" i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();</a:t>
            </a:r>
            <a:br>
              <a:rPr lang="en-US" dirty="0">
                <a:latin typeface="Aptos Mono" panose="020B000902020202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string query = "SELECT * FROM items WHERE owner = '" + </a:t>
            </a:r>
            <a:r>
              <a:rPr lang="en-US" b="0" i="0" dirty="0" err="1">
                <a:solidFill>
                  <a:srgbClr val="FF0000"/>
                </a:solidFill>
                <a:effectLst/>
                <a:latin typeface="Aptos Mono" panose="020B0009020202020204" pitchFamily="49" charset="0"/>
              </a:rPr>
              <a:t>userName</a:t>
            </a:r>
            <a:r>
              <a:rPr lang="en-US" b="0" i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 + "' AND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itemname</a:t>
            </a:r>
            <a:r>
              <a:rPr lang="en-US" b="0" i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 = '" + </a:t>
            </a:r>
            <a:r>
              <a:rPr lang="en-US" b="0" i="0" dirty="0" err="1">
                <a:solidFill>
                  <a:srgbClr val="FF0000"/>
                </a:solidFill>
                <a:effectLst/>
                <a:latin typeface="Aptos Mono" panose="020B0009020202020204" pitchFamily="49" charset="0"/>
              </a:rPr>
              <a:t>ItemName.Text</a:t>
            </a:r>
            <a:r>
              <a:rPr lang="en-US" b="0" i="0" dirty="0">
                <a:solidFill>
                  <a:srgbClr val="FF0000"/>
                </a:solidFill>
                <a:effectLst/>
                <a:latin typeface="Aptos Mono" panose="020B0009020202020204" pitchFamily="49" charset="0"/>
              </a:rPr>
              <a:t> </a:t>
            </a:r>
            <a:r>
              <a:rPr lang="en-US" b="0" i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+ "'";</a:t>
            </a:r>
            <a:br>
              <a:rPr lang="en-US" dirty="0">
                <a:latin typeface="Aptos Mono" panose="020B0009020202020204" pitchFamily="49" charset="0"/>
              </a:rPr>
            </a:br>
            <a:r>
              <a:rPr lang="en-US" b="0" i="0" dirty="0" err="1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sda</a:t>
            </a:r>
            <a:r>
              <a:rPr lang="en-US" b="0" i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 = new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SqlDataAdapter</a:t>
            </a:r>
            <a:r>
              <a:rPr lang="en-US" b="0" i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(query, conn);</a:t>
            </a:r>
            <a:br>
              <a:rPr lang="en-US" dirty="0">
                <a:latin typeface="Aptos Mono" panose="020B0009020202020204" pitchFamily="49" charset="0"/>
              </a:rPr>
            </a:br>
            <a:r>
              <a:rPr lang="en-US" b="0" i="0" dirty="0" err="1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DataTable</a:t>
            </a:r>
            <a:r>
              <a:rPr lang="en-US" b="0" i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 dt = new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DataTable</a:t>
            </a:r>
            <a:r>
              <a:rPr lang="en-US" b="0" i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();</a:t>
            </a:r>
            <a:br>
              <a:rPr lang="en-US" dirty="0">
                <a:latin typeface="Aptos Mono" panose="020B0009020202020204" pitchFamily="49" charset="0"/>
              </a:rPr>
            </a:br>
            <a:r>
              <a:rPr lang="en-US" b="0" i="0" dirty="0" err="1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sda.Fill</a:t>
            </a:r>
            <a:r>
              <a:rPr lang="en-US" b="0" i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(dt);</a:t>
            </a:r>
            <a:endParaRPr lang="en-US" dirty="0">
              <a:latin typeface="Aptos Mono" panose="020B0009020202020204" pitchFamily="49" charset="0"/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D3DA9BD8-CD2A-7600-6421-EE7682D79623}"/>
              </a:ext>
            </a:extLst>
          </p:cNvPr>
          <p:cNvSpPr txBox="1">
            <a:spLocks/>
          </p:cNvSpPr>
          <p:nvPr/>
        </p:nvSpPr>
        <p:spPr bwMode="auto">
          <a:xfrm>
            <a:off x="457200" y="2988943"/>
            <a:ext cx="6771162" cy="440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rgbClr val="000000"/>
                </a:solidFill>
                <a:latin typeface="HelveticaNeueLT Pro 55 Roman" pitchFamily="34" charset="0"/>
                <a:ea typeface="+mn-ea"/>
                <a:cs typeface="+mn-cs"/>
              </a:defRPr>
            </a:lvl1pPr>
            <a:lvl2pPr marL="45720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rgbClr val="7F7F7F"/>
              </a:buClr>
              <a:buFont typeface="Wingdings" panose="05000000000000000000" pitchFamily="2" charset="2"/>
              <a:buChar char="§"/>
              <a:defRPr sz="1400">
                <a:solidFill>
                  <a:srgbClr val="7F7F7F"/>
                </a:solidFill>
                <a:latin typeface="HelveticaNeueLT Pro 55 Roman" pitchFamily="34" charset="0"/>
              </a:defRPr>
            </a:lvl2pPr>
            <a:lvl3pPr marL="80010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rgbClr val="7F7F7F"/>
              </a:buClr>
              <a:buFont typeface="Wingdings" panose="05000000000000000000" pitchFamily="2" charset="2"/>
              <a:buChar char="§"/>
              <a:defRPr sz="1200">
                <a:solidFill>
                  <a:srgbClr val="7F7F7F"/>
                </a:solidFill>
                <a:latin typeface="HelveticaNeueLT Pro 55 Roman" pitchFamily="34" charset="0"/>
              </a:defRPr>
            </a:lvl3pPr>
            <a:lvl4pPr marL="114300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rgbClr val="7F7F7F"/>
              </a:buClr>
              <a:buFont typeface="Wingdings" panose="05000000000000000000" pitchFamily="2" charset="2"/>
              <a:buChar char="§"/>
              <a:defRPr sz="1000">
                <a:solidFill>
                  <a:srgbClr val="7F7F7F"/>
                </a:solidFill>
                <a:latin typeface="HelveticaNeueLT Pro 55 Roman" pitchFamily="34" charset="0"/>
              </a:defRPr>
            </a:lvl4pPr>
            <a:lvl5pPr marL="1485900" indent="-228600" algn="just" rtl="0" eaLnBrk="0" fontAlgn="base" hangingPunct="0">
              <a:spcBef>
                <a:spcPct val="40000"/>
              </a:spcBef>
              <a:spcAft>
                <a:spcPct val="0"/>
              </a:spcAft>
              <a:buClr>
                <a:srgbClr val="7F7F7F"/>
              </a:buClr>
              <a:buFont typeface="Wingdings" panose="05000000000000000000" pitchFamily="2" charset="2"/>
              <a:buChar char="§"/>
              <a:defRPr sz="1000">
                <a:solidFill>
                  <a:srgbClr val="7F7F7F"/>
                </a:solidFill>
                <a:latin typeface="HelveticaNeueLT Pro 55 Roman" pitchFamily="34" charset="0"/>
              </a:defRPr>
            </a:lvl5pPr>
            <a:lvl6pPr marL="2114550" indent="-228600" algn="just" rtl="0" fontAlgn="base">
              <a:spcBef>
                <a:spcPct val="4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tabLst>
                <a:tab pos="457200" algn="l"/>
              </a:tabLst>
              <a:defRPr sz="1600">
                <a:solidFill>
                  <a:schemeClr val="bg2"/>
                </a:solidFill>
                <a:latin typeface="+mn-lt"/>
              </a:defRPr>
            </a:lvl6pPr>
            <a:lvl7pPr marL="2571750" indent="-228600" algn="just" rtl="0" fontAlgn="base">
              <a:spcBef>
                <a:spcPct val="4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tabLst>
                <a:tab pos="457200" algn="l"/>
              </a:tabLst>
              <a:defRPr sz="1600">
                <a:solidFill>
                  <a:schemeClr val="bg2"/>
                </a:solidFill>
                <a:latin typeface="+mn-lt"/>
              </a:defRPr>
            </a:lvl7pPr>
            <a:lvl8pPr marL="3028950" indent="-228600" algn="just" rtl="0" fontAlgn="base">
              <a:spcBef>
                <a:spcPct val="4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tabLst>
                <a:tab pos="457200" algn="l"/>
              </a:tabLst>
              <a:defRPr sz="1600">
                <a:solidFill>
                  <a:schemeClr val="bg2"/>
                </a:solidFill>
                <a:latin typeface="+mn-lt"/>
              </a:defRPr>
            </a:lvl8pPr>
            <a:lvl9pPr marL="3486150" indent="-228600" algn="just" rtl="0" fontAlgn="base">
              <a:spcBef>
                <a:spcPct val="4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tabLst>
                <a:tab pos="457200" algn="l"/>
              </a:tabLst>
              <a:defRPr sz="1600">
                <a:solidFill>
                  <a:schemeClr val="bg2"/>
                </a:solidFill>
                <a:latin typeface="+mn-lt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altLang="en-US" kern="0" dirty="0">
                <a:latin typeface="Arial" panose="020B0604020202020204" pitchFamily="34" charset="0"/>
                <a:cs typeface="Arial" panose="020B0604020202020204" pitchFamily="34" charset="0"/>
              </a:rPr>
              <a:t>Fixed version: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8F1672-02FD-CB95-9B14-6E455C2552CC}"/>
              </a:ext>
            </a:extLst>
          </p:cNvPr>
          <p:cNvSpPr txBox="1"/>
          <p:nvPr/>
        </p:nvSpPr>
        <p:spPr>
          <a:xfrm>
            <a:off x="704850" y="3492107"/>
            <a:ext cx="652351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ptos Mono" panose="020B0009020202020204" pitchFamily="49" charset="0"/>
              </a:rPr>
              <a:t>string </a:t>
            </a:r>
            <a:r>
              <a:rPr lang="en-US" dirty="0" err="1">
                <a:latin typeface="Aptos Mono" panose="020B0009020202020204" pitchFamily="49" charset="0"/>
              </a:rPr>
              <a:t>userName</a:t>
            </a:r>
            <a:r>
              <a:rPr lang="en-US" dirty="0">
                <a:latin typeface="Aptos Mono" panose="020B0009020202020204" pitchFamily="49" charset="0"/>
              </a:rPr>
              <a:t> = </a:t>
            </a:r>
            <a:r>
              <a:rPr lang="en-US" dirty="0" err="1">
                <a:latin typeface="Aptos Mono" panose="020B0009020202020204" pitchFamily="49" charset="0"/>
              </a:rPr>
              <a:t>ctx.getAuthenticatedUserName</a:t>
            </a:r>
            <a:r>
              <a:rPr lang="en-US" dirty="0">
                <a:latin typeface="Aptos Mono" panose="020B0009020202020204" pitchFamily="49" charset="0"/>
              </a:rPr>
              <a:t>();</a:t>
            </a:r>
          </a:p>
          <a:p>
            <a:endParaRPr lang="en-US" dirty="0">
              <a:latin typeface="Aptos Mono" panose="020B0009020202020204" pitchFamily="49" charset="0"/>
            </a:endParaRPr>
          </a:p>
          <a:p>
            <a:r>
              <a:rPr lang="en-US" dirty="0">
                <a:latin typeface="Aptos Mono" panose="020B0009020202020204" pitchFamily="49" charset="0"/>
              </a:rPr>
              <a:t>string query = @"</a:t>
            </a:r>
          </a:p>
          <a:p>
            <a:r>
              <a:rPr lang="en-US" dirty="0">
                <a:latin typeface="Aptos Mono" panose="020B0009020202020204" pitchFamily="49" charset="0"/>
              </a:rPr>
              <a:t>    SELECT *</a:t>
            </a:r>
          </a:p>
          <a:p>
            <a:r>
              <a:rPr lang="en-US" dirty="0">
                <a:latin typeface="Aptos Mono" panose="020B0009020202020204" pitchFamily="49" charset="0"/>
              </a:rPr>
              <a:t>    FROM items</a:t>
            </a:r>
          </a:p>
          <a:p>
            <a:r>
              <a:rPr lang="en-US" dirty="0">
                <a:latin typeface="Aptos Mono" panose="020B0009020202020204" pitchFamily="49" charset="0"/>
              </a:rPr>
              <a:t>    WHERE owner = @owner</a:t>
            </a:r>
          </a:p>
          <a:p>
            <a:r>
              <a:rPr lang="en-US" dirty="0">
                <a:latin typeface="Aptos Mono" panose="020B0009020202020204" pitchFamily="49" charset="0"/>
              </a:rPr>
              <a:t>      AND </a:t>
            </a:r>
            <a:r>
              <a:rPr lang="en-US" dirty="0" err="1">
                <a:latin typeface="Aptos Mono" panose="020B0009020202020204" pitchFamily="49" charset="0"/>
              </a:rPr>
              <a:t>itemname</a:t>
            </a:r>
            <a:r>
              <a:rPr lang="en-US" dirty="0">
                <a:latin typeface="Aptos Mono" panose="020B0009020202020204" pitchFamily="49" charset="0"/>
              </a:rPr>
              <a:t> = @itemname";</a:t>
            </a:r>
          </a:p>
          <a:p>
            <a:endParaRPr lang="en-US" dirty="0">
              <a:latin typeface="Aptos Mono" panose="020B0009020202020204" pitchFamily="49" charset="0"/>
            </a:endParaRPr>
          </a:p>
          <a:p>
            <a:r>
              <a:rPr lang="en-US" dirty="0">
                <a:latin typeface="Aptos Mono" panose="020B0009020202020204" pitchFamily="49" charset="0"/>
              </a:rPr>
              <a:t>using (</a:t>
            </a:r>
            <a:r>
              <a:rPr lang="en-US" dirty="0" err="1">
                <a:latin typeface="Aptos Mono" panose="020B0009020202020204" pitchFamily="49" charset="0"/>
              </a:rPr>
              <a:t>SqlCommand</a:t>
            </a:r>
            <a:r>
              <a:rPr lang="en-US" dirty="0">
                <a:latin typeface="Aptos Mono" panose="020B0009020202020204" pitchFamily="49" charset="0"/>
              </a:rPr>
              <a:t> </a:t>
            </a:r>
            <a:r>
              <a:rPr lang="en-US" dirty="0" err="1">
                <a:latin typeface="Aptos Mono" panose="020B0009020202020204" pitchFamily="49" charset="0"/>
              </a:rPr>
              <a:t>cmd</a:t>
            </a:r>
            <a:r>
              <a:rPr lang="en-US" dirty="0">
                <a:latin typeface="Aptos Mono" panose="020B0009020202020204" pitchFamily="49" charset="0"/>
              </a:rPr>
              <a:t> = new </a:t>
            </a:r>
            <a:r>
              <a:rPr lang="en-US" dirty="0" err="1">
                <a:latin typeface="Aptos Mono" panose="020B0009020202020204" pitchFamily="49" charset="0"/>
              </a:rPr>
              <a:t>SqlCommand</a:t>
            </a:r>
            <a:r>
              <a:rPr lang="en-US" dirty="0">
                <a:latin typeface="Aptos Mono" panose="020B0009020202020204" pitchFamily="49" charset="0"/>
              </a:rPr>
              <a:t>(query, conn))</a:t>
            </a:r>
          </a:p>
          <a:p>
            <a:r>
              <a:rPr lang="en-US" dirty="0">
                <a:latin typeface="Aptos Mono" panose="020B0009020202020204" pitchFamily="49" charset="0"/>
              </a:rPr>
              <a:t>{</a:t>
            </a:r>
          </a:p>
          <a:p>
            <a:r>
              <a:rPr lang="en-US" dirty="0">
                <a:solidFill>
                  <a:srgbClr val="FF0000"/>
                </a:solidFill>
                <a:latin typeface="Aptos Mono" panose="020B0009020202020204" pitchFamily="49" charset="0"/>
              </a:rPr>
              <a:t>    </a:t>
            </a:r>
            <a:r>
              <a:rPr lang="en-US" dirty="0" err="1">
                <a:solidFill>
                  <a:srgbClr val="FF0000"/>
                </a:solidFill>
                <a:latin typeface="Aptos Mono" panose="020B0009020202020204" pitchFamily="49" charset="0"/>
              </a:rPr>
              <a:t>cmd.Parameters.Add</a:t>
            </a:r>
            <a:r>
              <a:rPr lang="en-US" dirty="0">
                <a:solidFill>
                  <a:srgbClr val="FF0000"/>
                </a:solidFill>
                <a:latin typeface="Aptos Mono" panose="020B0009020202020204" pitchFamily="49" charset="0"/>
              </a:rPr>
              <a:t>("@owner", </a:t>
            </a:r>
            <a:r>
              <a:rPr lang="en-US" dirty="0" err="1">
                <a:solidFill>
                  <a:srgbClr val="FF0000"/>
                </a:solidFill>
                <a:latin typeface="Aptos Mono" panose="020B0009020202020204" pitchFamily="49" charset="0"/>
              </a:rPr>
              <a:t>SqlDbType.NVarChar</a:t>
            </a:r>
            <a:r>
              <a:rPr lang="en-US" dirty="0">
                <a:solidFill>
                  <a:srgbClr val="FF0000"/>
                </a:solidFill>
                <a:latin typeface="Aptos Mono" panose="020B0009020202020204" pitchFamily="49" charset="0"/>
              </a:rPr>
              <a:t>, 256).Value = </a:t>
            </a:r>
            <a:r>
              <a:rPr lang="en-US" dirty="0" err="1">
                <a:solidFill>
                  <a:srgbClr val="FF0000"/>
                </a:solidFill>
                <a:latin typeface="Aptos Mono" panose="020B0009020202020204" pitchFamily="49" charset="0"/>
              </a:rPr>
              <a:t>userName</a:t>
            </a:r>
            <a:r>
              <a:rPr lang="en-US" dirty="0">
                <a:solidFill>
                  <a:srgbClr val="FF0000"/>
                </a:solidFill>
                <a:latin typeface="Aptos Mono" panose="020B0009020202020204" pitchFamily="49" charset="0"/>
              </a:rPr>
              <a:t>;</a:t>
            </a:r>
          </a:p>
          <a:p>
            <a:r>
              <a:rPr lang="en-US" dirty="0">
                <a:solidFill>
                  <a:srgbClr val="FF0000"/>
                </a:solidFill>
                <a:latin typeface="Aptos Mono" panose="020B0009020202020204" pitchFamily="49" charset="0"/>
              </a:rPr>
              <a:t>    </a:t>
            </a:r>
            <a:r>
              <a:rPr lang="en-US" dirty="0" err="1">
                <a:solidFill>
                  <a:srgbClr val="FF0000"/>
                </a:solidFill>
                <a:latin typeface="Aptos Mono" panose="020B0009020202020204" pitchFamily="49" charset="0"/>
              </a:rPr>
              <a:t>cmd.Parameters.Add</a:t>
            </a:r>
            <a:r>
              <a:rPr lang="en-US" dirty="0">
                <a:solidFill>
                  <a:srgbClr val="FF0000"/>
                </a:solidFill>
                <a:latin typeface="Aptos Mono" panose="020B0009020202020204" pitchFamily="49" charset="0"/>
              </a:rPr>
              <a:t>("@</a:t>
            </a:r>
            <a:r>
              <a:rPr lang="en-US" dirty="0" err="1">
                <a:solidFill>
                  <a:srgbClr val="FF0000"/>
                </a:solidFill>
                <a:latin typeface="Aptos Mono" panose="020B0009020202020204" pitchFamily="49" charset="0"/>
              </a:rPr>
              <a:t>itemname</a:t>
            </a:r>
            <a:r>
              <a:rPr lang="en-US" dirty="0">
                <a:solidFill>
                  <a:srgbClr val="FF0000"/>
                </a:solidFill>
                <a:latin typeface="Aptos Mono" panose="020B0009020202020204" pitchFamily="49" charset="0"/>
              </a:rPr>
              <a:t>", </a:t>
            </a:r>
            <a:r>
              <a:rPr lang="en-US" dirty="0" err="1">
                <a:solidFill>
                  <a:srgbClr val="FF0000"/>
                </a:solidFill>
                <a:latin typeface="Aptos Mono" panose="020B0009020202020204" pitchFamily="49" charset="0"/>
              </a:rPr>
              <a:t>SqlDbType.NVarChar</a:t>
            </a:r>
            <a:r>
              <a:rPr lang="en-US" dirty="0">
                <a:solidFill>
                  <a:srgbClr val="FF0000"/>
                </a:solidFill>
                <a:latin typeface="Aptos Mono" panose="020B0009020202020204" pitchFamily="49" charset="0"/>
              </a:rPr>
              <a:t>, 256).Value = </a:t>
            </a:r>
            <a:r>
              <a:rPr lang="en-US" dirty="0" err="1">
                <a:solidFill>
                  <a:srgbClr val="FF0000"/>
                </a:solidFill>
                <a:latin typeface="Aptos Mono" panose="020B0009020202020204" pitchFamily="49" charset="0"/>
              </a:rPr>
              <a:t>ItemName.Text</a:t>
            </a:r>
            <a:r>
              <a:rPr lang="en-US" dirty="0">
                <a:solidFill>
                  <a:srgbClr val="FF0000"/>
                </a:solidFill>
                <a:latin typeface="Aptos Mono" panose="020B0009020202020204" pitchFamily="49" charset="0"/>
              </a:rPr>
              <a:t>;</a:t>
            </a:r>
          </a:p>
          <a:p>
            <a:endParaRPr lang="en-US" dirty="0">
              <a:latin typeface="Aptos Mono" panose="020B0009020202020204" pitchFamily="49" charset="0"/>
            </a:endParaRPr>
          </a:p>
          <a:p>
            <a:r>
              <a:rPr lang="en-US" dirty="0">
                <a:latin typeface="Aptos Mono" panose="020B0009020202020204" pitchFamily="49" charset="0"/>
              </a:rPr>
              <a:t>    using (</a:t>
            </a:r>
            <a:r>
              <a:rPr lang="en-US" dirty="0" err="1">
                <a:latin typeface="Aptos Mono" panose="020B0009020202020204" pitchFamily="49" charset="0"/>
              </a:rPr>
              <a:t>SqlDataAdapter</a:t>
            </a:r>
            <a:r>
              <a:rPr lang="en-US" dirty="0">
                <a:latin typeface="Aptos Mono" panose="020B0009020202020204" pitchFamily="49" charset="0"/>
              </a:rPr>
              <a:t> </a:t>
            </a:r>
            <a:r>
              <a:rPr lang="en-US" dirty="0" err="1">
                <a:latin typeface="Aptos Mono" panose="020B0009020202020204" pitchFamily="49" charset="0"/>
              </a:rPr>
              <a:t>sda</a:t>
            </a:r>
            <a:r>
              <a:rPr lang="en-US" dirty="0">
                <a:latin typeface="Aptos Mono" panose="020B0009020202020204" pitchFamily="49" charset="0"/>
              </a:rPr>
              <a:t> = new </a:t>
            </a:r>
            <a:r>
              <a:rPr lang="en-US" dirty="0" err="1">
                <a:latin typeface="Aptos Mono" panose="020B0009020202020204" pitchFamily="49" charset="0"/>
              </a:rPr>
              <a:t>SqlDataAdapter</a:t>
            </a:r>
            <a:r>
              <a:rPr lang="en-US" dirty="0">
                <a:latin typeface="Aptos Mono" panose="020B0009020202020204" pitchFamily="49" charset="0"/>
              </a:rPr>
              <a:t>(</a:t>
            </a:r>
            <a:r>
              <a:rPr lang="en-US" dirty="0" err="1">
                <a:latin typeface="Aptos Mono" panose="020B0009020202020204" pitchFamily="49" charset="0"/>
              </a:rPr>
              <a:t>cmd</a:t>
            </a:r>
            <a:r>
              <a:rPr lang="en-US" dirty="0">
                <a:latin typeface="Aptos Mono" panose="020B0009020202020204" pitchFamily="49" charset="0"/>
              </a:rPr>
              <a:t>))</a:t>
            </a:r>
          </a:p>
          <a:p>
            <a:r>
              <a:rPr lang="en-US" dirty="0">
                <a:latin typeface="Aptos Mono" panose="020B0009020202020204" pitchFamily="49" charset="0"/>
              </a:rPr>
              <a:t>    {</a:t>
            </a:r>
          </a:p>
          <a:p>
            <a:r>
              <a:rPr lang="en-US" dirty="0">
                <a:latin typeface="Aptos Mono" panose="020B0009020202020204" pitchFamily="49" charset="0"/>
              </a:rPr>
              <a:t>        </a:t>
            </a:r>
            <a:r>
              <a:rPr lang="en-US" dirty="0" err="1">
                <a:latin typeface="Aptos Mono" panose="020B0009020202020204" pitchFamily="49" charset="0"/>
              </a:rPr>
              <a:t>DataTable</a:t>
            </a:r>
            <a:r>
              <a:rPr lang="en-US" dirty="0">
                <a:latin typeface="Aptos Mono" panose="020B0009020202020204" pitchFamily="49" charset="0"/>
              </a:rPr>
              <a:t> dt = new </a:t>
            </a:r>
            <a:r>
              <a:rPr lang="en-US" dirty="0" err="1">
                <a:latin typeface="Aptos Mono" panose="020B0009020202020204" pitchFamily="49" charset="0"/>
              </a:rPr>
              <a:t>DataTable</a:t>
            </a:r>
            <a:r>
              <a:rPr lang="en-US" dirty="0">
                <a:latin typeface="Aptos Mono" panose="020B0009020202020204" pitchFamily="49" charset="0"/>
              </a:rPr>
              <a:t>();</a:t>
            </a:r>
          </a:p>
          <a:p>
            <a:r>
              <a:rPr lang="en-US" dirty="0">
                <a:latin typeface="Aptos Mono" panose="020B0009020202020204" pitchFamily="49" charset="0"/>
              </a:rPr>
              <a:t>        </a:t>
            </a:r>
            <a:r>
              <a:rPr lang="en-US" dirty="0" err="1">
                <a:latin typeface="Aptos Mono" panose="020B0009020202020204" pitchFamily="49" charset="0"/>
              </a:rPr>
              <a:t>sda.Fill</a:t>
            </a:r>
            <a:r>
              <a:rPr lang="en-US" dirty="0">
                <a:latin typeface="Aptos Mono" panose="020B0009020202020204" pitchFamily="49" charset="0"/>
              </a:rPr>
              <a:t>(dt);</a:t>
            </a:r>
          </a:p>
          <a:p>
            <a:r>
              <a:rPr lang="en-US" dirty="0">
                <a:latin typeface="Aptos Mono" panose="020B0009020202020204" pitchFamily="49" charset="0"/>
              </a:rPr>
              <a:t>    }</a:t>
            </a:r>
          </a:p>
          <a:p>
            <a:r>
              <a:rPr lang="en-US" dirty="0">
                <a:latin typeface="Aptos Mono" panose="020B0009020202020204" pitchFamily="49" charset="0"/>
              </a:rPr>
              <a:t>}</a:t>
            </a:r>
          </a:p>
          <a:p>
            <a:r>
              <a:rPr lang="en-US" dirty="0">
                <a:latin typeface="Aptos Mono" panose="020B0009020202020204" pitchFamily="49" charset="0"/>
              </a:rPr>
              <a:t>``</a:t>
            </a:r>
          </a:p>
        </p:txBody>
      </p:sp>
    </p:spTree>
    <p:extLst>
      <p:ext uri="{BB962C8B-B14F-4D97-AF65-F5344CB8AC3E}">
        <p14:creationId xmlns:p14="http://schemas.microsoft.com/office/powerpoint/2010/main" val="3040155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DB7DA-F7A5-198F-5D9F-D8BBDB81D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Placeholder 2">
            <a:extLst>
              <a:ext uri="{FF2B5EF4-FFF2-40B4-BE49-F238E27FC236}">
                <a16:creationId xmlns:a16="http://schemas.microsoft.com/office/drawing/2014/main" id="{96FFB14C-6546-975F-B4FD-B616DF3B9436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914399"/>
            <a:ext cx="6794500" cy="5080001"/>
          </a:xfrm>
        </p:spPr>
        <p:txBody>
          <a:bodyPr/>
          <a:lstStyle/>
          <a:p>
            <a:pPr marL="457200" indent="-457200" algn="l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SCA issues are trickier to fix. Specifically, what if upgrading our package causes breaking changes?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I will go into this in my roadmap in more detail.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Example: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PyGoat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, an OWASP intentionally vulnerable app, uses Pillow==9.4.0.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https://github.com/adeyosemanputra/pygoat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But what if we can’t upgrade to version 10.0.0?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What if it breaks our native code?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What if a parent dependency cannot use 10.0.0?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Solution: Vendors like Seal Security.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TL;DR: “Just use Seal’s </a:t>
            </a:r>
            <a:r>
              <a:rPr lang="en-US" altLang="en-US" b="1" dirty="0">
                <a:latin typeface="Aptos Mono" panose="020B0009020202020204" pitchFamily="49" charset="0"/>
                <a:cs typeface="Arial" panose="020B0604020202020204" pitchFamily="34" charset="0"/>
              </a:rPr>
              <a:t>9.4.0-patched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version.”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Seal Security and similar vendors will backport patches to old versions without introducing breaking changes.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As part of my roadmap, once we get better Wiz SCA adoption, it will likely be necessary to use backported versions to save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devs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time.</a:t>
            </a:r>
          </a:p>
          <a:p>
            <a:pPr marL="457200" indent="-457200">
              <a:buFont typeface="+mj-lt"/>
              <a:buAutoNum type="arabicPeriod"/>
            </a:pPr>
            <a:endParaRPr lang="en-US" alt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71" name="Slide Number Placeholder 3">
            <a:extLst>
              <a:ext uri="{FF2B5EF4-FFF2-40B4-BE49-F238E27FC236}">
                <a16:creationId xmlns:a16="http://schemas.microsoft.com/office/drawing/2014/main" id="{88BDECCE-FCAC-8137-F4B8-A12BB95A3B5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160000" y="6553200"/>
            <a:ext cx="1727200" cy="228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E715DC2-0728-4765-960B-3867E6882CA1}" type="slidenum">
              <a:rPr lang="en-US" altLang="en-US" sz="900">
                <a:solidFill>
                  <a:schemeClr val="bg1"/>
                </a:solidFill>
              </a:rPr>
              <a:pPr/>
              <a:t>11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7172" name="Title 2">
            <a:extLst>
              <a:ext uri="{FF2B5EF4-FFF2-40B4-BE49-F238E27FC236}">
                <a16:creationId xmlns:a16="http://schemas.microsoft.com/office/drawing/2014/main" id="{66232DA4-62C6-D13E-8027-017B81652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2880"/>
            <a:ext cx="8467725" cy="640080"/>
          </a:xfrm>
        </p:spPr>
        <p:txBody>
          <a:bodyPr/>
          <a:lstStyle/>
          <a:p>
            <a:r>
              <a:rPr lang="en-US" dirty="0"/>
              <a:t>Wiz: What about fixing SCA issues?</a:t>
            </a:r>
          </a:p>
        </p:txBody>
      </p:sp>
      <p:sp>
        <p:nvSpPr>
          <p:cNvPr id="7176" name="AutoShape 2" descr="https://usc-powerpoint.officeapps.live.com/pods/GetClipboardImage.ashx?Id=ddeb6509-a4e4-44be-9cf4-14d5ce8c69f4&amp;DC=PUS10&amp;pkey=c44f61af-a561-4bfb-aa53-698f8c4241b3&amp;wdwaccluster=PUS10">
            <a:extLst>
              <a:ext uri="{FF2B5EF4-FFF2-40B4-BE49-F238E27FC236}">
                <a16:creationId xmlns:a16="http://schemas.microsoft.com/office/drawing/2014/main" id="{88A97090-8F97-7755-AC6A-0AEA8EFAAC3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78919" y="748904"/>
            <a:ext cx="228600" cy="22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6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390511-2D47-332D-F74D-6A0285BA41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0858" y="3567421"/>
            <a:ext cx="2362530" cy="3620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93C43C-255E-03E9-5448-5746791A40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7046" y="4027821"/>
            <a:ext cx="4590154" cy="19665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3C111F2-286A-6BAD-BEF9-EA81B0C7E04D}"/>
              </a:ext>
            </a:extLst>
          </p:cNvPr>
          <p:cNvSpPr txBox="1"/>
          <p:nvPr/>
        </p:nvSpPr>
        <p:spPr>
          <a:xfrm>
            <a:off x="7950648" y="1381760"/>
            <a:ext cx="328295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// old API usage 9.4.0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draw </a:t>
            </a:r>
            <a:r>
              <a:rPr lang="en-US" b="0" i="0" dirty="0">
                <a:solidFill>
                  <a:srgbClr val="666666"/>
                </a:solidFill>
                <a:effectLst/>
                <a:latin typeface="Aptos Mono" panose="020B0009020202020204" pitchFamily="49" charset="0"/>
              </a:rPr>
              <a:t>=</a:t>
            </a:r>
            <a:r>
              <a:rPr lang="en-US" b="0" i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ImageDraw</a:t>
            </a:r>
            <a:r>
              <a:rPr lang="en-US" b="0" i="0" dirty="0" err="1">
                <a:solidFill>
                  <a:srgbClr val="666666"/>
                </a:solidFill>
                <a:effectLst/>
                <a:latin typeface="Aptos Mono" panose="020B0009020202020204" pitchFamily="49" charset="0"/>
              </a:rPr>
              <a:t>.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Draw</a:t>
            </a:r>
            <a:r>
              <a:rPr lang="en-US" b="0" i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im</a:t>
            </a:r>
            <a:r>
              <a:rPr lang="en-US" b="0" i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)</a:t>
            </a:r>
          </a:p>
          <a:p>
            <a:pPr algn="l">
              <a:buNone/>
            </a:pPr>
            <a:r>
              <a:rPr lang="en-US" b="0" i="0" dirty="0" err="1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draw</a:t>
            </a:r>
            <a:r>
              <a:rPr lang="en-US" b="0" i="0" dirty="0" err="1">
                <a:solidFill>
                  <a:srgbClr val="666666"/>
                </a:solidFill>
                <a:effectLst/>
                <a:latin typeface="Aptos Mono" panose="020B0009020202020204" pitchFamily="49" charset="0"/>
              </a:rPr>
              <a:t>.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line</a:t>
            </a:r>
            <a:r>
              <a:rPr lang="en-US" b="0" i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((</a:t>
            </a:r>
            <a:r>
              <a:rPr lang="en-US" b="0" i="0" dirty="0">
                <a:solidFill>
                  <a:srgbClr val="208050"/>
                </a:solidFill>
                <a:effectLst/>
                <a:latin typeface="Aptos Mono" panose="020B0009020202020204" pitchFamily="49" charset="0"/>
              </a:rPr>
              <a:t>0</a:t>
            </a:r>
            <a:r>
              <a:rPr lang="en-US" b="0" i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, </a:t>
            </a:r>
            <a:r>
              <a:rPr lang="en-US" b="0" i="0" dirty="0">
                <a:solidFill>
                  <a:srgbClr val="208050"/>
                </a:solidFill>
                <a:effectLst/>
                <a:latin typeface="Aptos Mono" panose="020B0009020202020204" pitchFamily="49" charset="0"/>
              </a:rPr>
              <a:t>0</a:t>
            </a:r>
            <a:r>
              <a:rPr lang="en-US" b="0" i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) </a:t>
            </a:r>
            <a:r>
              <a:rPr lang="en-US" b="0" i="0" dirty="0">
                <a:solidFill>
                  <a:srgbClr val="666666"/>
                </a:solidFill>
                <a:effectLst/>
                <a:latin typeface="Aptos Mono" panose="020B0009020202020204" pitchFamily="49" charset="0"/>
              </a:rPr>
              <a:t>+</a:t>
            </a:r>
            <a:r>
              <a:rPr lang="en-US" b="0" i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im</a:t>
            </a:r>
            <a:r>
              <a:rPr lang="en-US" b="0" i="0" dirty="0" err="1">
                <a:solidFill>
                  <a:srgbClr val="666666"/>
                </a:solidFill>
                <a:effectLst/>
                <a:latin typeface="Aptos Mono" panose="020B0009020202020204" pitchFamily="49" charset="0"/>
              </a:rPr>
              <a:t>.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size</a:t>
            </a:r>
            <a:r>
              <a:rPr lang="en-US" b="0" i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, fill</a:t>
            </a:r>
            <a:r>
              <a:rPr lang="en-US" b="0" i="0" dirty="0">
                <a:solidFill>
                  <a:srgbClr val="666666"/>
                </a:solidFill>
                <a:effectLst/>
                <a:latin typeface="Aptos Mono" panose="020B0009020202020204" pitchFamily="49" charset="0"/>
              </a:rPr>
              <a:t>=</a:t>
            </a:r>
            <a:r>
              <a:rPr lang="en-US" b="0" i="0" dirty="0">
                <a:solidFill>
                  <a:srgbClr val="208050"/>
                </a:solidFill>
                <a:effectLst/>
                <a:latin typeface="Aptos Mono" panose="020B0009020202020204" pitchFamily="49" charset="0"/>
              </a:rPr>
              <a:t>128</a:t>
            </a:r>
            <a:r>
              <a:rPr lang="en-US" b="0" i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)</a:t>
            </a:r>
          </a:p>
          <a:p>
            <a:pPr algn="l">
              <a:buNone/>
            </a:pPr>
            <a:r>
              <a:rPr lang="en-US" b="0" i="0" dirty="0" err="1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draw</a:t>
            </a:r>
            <a:r>
              <a:rPr lang="en-US" b="0" i="0" dirty="0" err="1">
                <a:solidFill>
                  <a:srgbClr val="666666"/>
                </a:solidFill>
                <a:effectLst/>
                <a:latin typeface="Aptos Mono" panose="020B0009020202020204" pitchFamily="49" charset="0"/>
              </a:rPr>
              <a:t>.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line</a:t>
            </a:r>
            <a:r>
              <a:rPr lang="en-US" b="0" i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((</a:t>
            </a:r>
            <a:r>
              <a:rPr lang="en-US" b="0" i="0" dirty="0">
                <a:solidFill>
                  <a:srgbClr val="208050"/>
                </a:solidFill>
                <a:effectLst/>
                <a:latin typeface="Aptos Mono" panose="020B0009020202020204" pitchFamily="49" charset="0"/>
              </a:rPr>
              <a:t>0</a:t>
            </a:r>
            <a:r>
              <a:rPr lang="en-US" b="0" i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im</a:t>
            </a:r>
            <a:r>
              <a:rPr lang="en-US" b="0" i="0" dirty="0" err="1">
                <a:solidFill>
                  <a:srgbClr val="666666"/>
                </a:solidFill>
                <a:effectLst/>
                <a:latin typeface="Aptos Mono" panose="020B0009020202020204" pitchFamily="49" charset="0"/>
              </a:rPr>
              <a:t>.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size</a:t>
            </a:r>
            <a:r>
              <a:rPr lang="en-US" b="0" i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[</a:t>
            </a:r>
            <a:r>
              <a:rPr lang="en-US" b="0" i="0" dirty="0">
                <a:solidFill>
                  <a:srgbClr val="208050"/>
                </a:solidFill>
                <a:effectLst/>
                <a:latin typeface="Aptos Mono" panose="020B0009020202020204" pitchFamily="49" charset="0"/>
              </a:rPr>
              <a:t>1</a:t>
            </a:r>
            <a:r>
              <a:rPr lang="en-US" b="0" i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],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im</a:t>
            </a:r>
            <a:r>
              <a:rPr lang="en-US" b="0" i="0" dirty="0" err="1">
                <a:solidFill>
                  <a:srgbClr val="666666"/>
                </a:solidFill>
                <a:effectLst/>
                <a:latin typeface="Aptos Mono" panose="020B0009020202020204" pitchFamily="49" charset="0"/>
              </a:rPr>
              <a:t>.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size</a:t>
            </a:r>
            <a:r>
              <a:rPr lang="en-US" b="0" i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[</a:t>
            </a:r>
            <a:r>
              <a:rPr lang="en-US" b="0" i="0" dirty="0">
                <a:solidFill>
                  <a:srgbClr val="208050"/>
                </a:solidFill>
                <a:effectLst/>
                <a:latin typeface="Aptos Mono" panose="020B0009020202020204" pitchFamily="49" charset="0"/>
              </a:rPr>
              <a:t>0</a:t>
            </a:r>
            <a:r>
              <a:rPr lang="en-US" b="0" i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], </a:t>
            </a:r>
            <a:r>
              <a:rPr lang="en-US" b="0" i="0" dirty="0">
                <a:solidFill>
                  <a:srgbClr val="208050"/>
                </a:solidFill>
                <a:effectLst/>
                <a:latin typeface="Aptos Mono" panose="020B0009020202020204" pitchFamily="49" charset="0"/>
              </a:rPr>
              <a:t>0</a:t>
            </a:r>
            <a:r>
              <a:rPr lang="en-US" b="0" i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), fill</a:t>
            </a:r>
            <a:r>
              <a:rPr lang="en-US" b="0" i="0" dirty="0">
                <a:solidFill>
                  <a:srgbClr val="666666"/>
                </a:solidFill>
                <a:effectLst/>
                <a:latin typeface="Aptos Mono" panose="020B0009020202020204" pitchFamily="49" charset="0"/>
              </a:rPr>
              <a:t>=</a:t>
            </a:r>
            <a:r>
              <a:rPr lang="en-US" b="0" i="0" dirty="0">
                <a:solidFill>
                  <a:srgbClr val="208050"/>
                </a:solidFill>
                <a:effectLst/>
                <a:latin typeface="Aptos Mono" panose="020B0009020202020204" pitchFamily="49" charset="0"/>
              </a:rPr>
              <a:t>128</a:t>
            </a:r>
            <a:r>
              <a:rPr lang="en-US" b="0" i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)</a:t>
            </a:r>
          </a:p>
          <a:p>
            <a:pPr>
              <a:buNone/>
            </a:pPr>
            <a:br>
              <a:rPr lang="en-US" dirty="0">
                <a:latin typeface="Aptos Mono" panose="020B0009020202020204" pitchFamily="49" charset="0"/>
              </a:rPr>
            </a:br>
            <a:r>
              <a:rPr lang="en-US" dirty="0">
                <a:latin typeface="Aptos Mono" panose="020B0009020202020204" pitchFamily="49" charset="0"/>
              </a:rPr>
              <a:t>//versus new API (breaking change, example)</a:t>
            </a:r>
          </a:p>
          <a:p>
            <a:pPr>
              <a:buNone/>
            </a:pPr>
            <a:endParaRPr lang="en-US" dirty="0">
              <a:latin typeface="Aptos Mono" panose="020B0009020202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Aptos Mono" panose="020B0009020202020204" pitchFamily="49" charset="0"/>
              </a:rPr>
              <a:t>// new API usage 10.0.0</a:t>
            </a:r>
          </a:p>
          <a:p>
            <a:r>
              <a:rPr lang="en-US" dirty="0">
                <a:solidFill>
                  <a:srgbClr val="000000"/>
                </a:solidFill>
                <a:latin typeface="Aptos Mono" panose="020B0009020202020204" pitchFamily="49" charset="0"/>
              </a:rPr>
              <a:t>draw </a:t>
            </a:r>
            <a:r>
              <a:rPr lang="en-US" dirty="0">
                <a:solidFill>
                  <a:srgbClr val="666666"/>
                </a:solidFill>
                <a:latin typeface="Aptos Mono" panose="020B00090202020202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Aptos Mono" panose="020B0009020202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ptos Mono" panose="020B0009020202020204" pitchFamily="49" charset="0"/>
              </a:rPr>
              <a:t>ImageDraw</a:t>
            </a:r>
            <a:r>
              <a:rPr lang="en-US" dirty="0" err="1">
                <a:solidFill>
                  <a:srgbClr val="666666"/>
                </a:solidFill>
                <a:latin typeface="Aptos Mono" panose="020B00090202020202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latin typeface="Aptos Mono" panose="020B0009020202020204" pitchFamily="49" charset="0"/>
              </a:rPr>
              <a:t>Draw</a:t>
            </a:r>
            <a:r>
              <a:rPr lang="en-US" dirty="0">
                <a:solidFill>
                  <a:srgbClr val="000000"/>
                </a:solidFill>
                <a:latin typeface="Aptos Mono" panose="020B0009020202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Aptos Mono" panose="020B0009020202020204" pitchFamily="49" charset="0"/>
              </a:rPr>
              <a:t>im</a:t>
            </a:r>
            <a:r>
              <a:rPr lang="en-US" dirty="0">
                <a:solidFill>
                  <a:srgbClr val="000000"/>
                </a:solidFill>
                <a:latin typeface="Aptos Mono" panose="020B0009020202020204" pitchFamily="49" charset="0"/>
              </a:rPr>
              <a:t>, </a:t>
            </a:r>
            <a:r>
              <a:rPr lang="en-US" u="sng" dirty="0" err="1">
                <a:solidFill>
                  <a:srgbClr val="FF0000"/>
                </a:solidFill>
                <a:latin typeface="Aptos Mono" panose="020B0009020202020204" pitchFamily="49" charset="0"/>
              </a:rPr>
              <a:t>fillAll</a:t>
            </a:r>
            <a:r>
              <a:rPr lang="en-US" u="sng" dirty="0">
                <a:solidFill>
                  <a:srgbClr val="FF0000"/>
                </a:solidFill>
                <a:latin typeface="Aptos Mono" panose="020B0009020202020204" pitchFamily="49" charset="0"/>
              </a:rPr>
              <a:t>=128</a:t>
            </a:r>
            <a:r>
              <a:rPr lang="en-US" dirty="0">
                <a:solidFill>
                  <a:srgbClr val="000000"/>
                </a:solidFill>
                <a:latin typeface="Aptos Mono" panose="020B0009020202020204" pitchFamily="49" charset="0"/>
              </a:rPr>
              <a:t>)</a:t>
            </a:r>
          </a:p>
          <a:p>
            <a:r>
              <a:rPr lang="en-US" dirty="0" err="1">
                <a:solidFill>
                  <a:srgbClr val="000000"/>
                </a:solidFill>
                <a:latin typeface="Aptos Mono" panose="020B0009020202020204" pitchFamily="49" charset="0"/>
              </a:rPr>
              <a:t>draw</a:t>
            </a:r>
            <a:r>
              <a:rPr lang="en-US" dirty="0" err="1">
                <a:solidFill>
                  <a:srgbClr val="666666"/>
                </a:solidFill>
                <a:latin typeface="Aptos Mono" panose="020B00090202020202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latin typeface="Aptos Mono" panose="020B0009020202020204" pitchFamily="49" charset="0"/>
              </a:rPr>
              <a:t>line</a:t>
            </a:r>
            <a:r>
              <a:rPr lang="en-US" dirty="0">
                <a:solidFill>
                  <a:srgbClr val="000000"/>
                </a:solidFill>
                <a:latin typeface="Aptos Mono" panose="020B0009020202020204" pitchFamily="49" charset="0"/>
              </a:rPr>
              <a:t>((</a:t>
            </a:r>
            <a:r>
              <a:rPr lang="en-US" dirty="0">
                <a:solidFill>
                  <a:srgbClr val="208050"/>
                </a:solidFill>
                <a:latin typeface="Aptos Mono" panose="020B000902020202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Aptos Mono" panose="020B0009020202020204" pitchFamily="49" charset="0"/>
              </a:rPr>
              <a:t>, </a:t>
            </a:r>
            <a:r>
              <a:rPr lang="en-US" dirty="0">
                <a:solidFill>
                  <a:srgbClr val="208050"/>
                </a:solidFill>
                <a:latin typeface="Aptos Mono" panose="020B000902020202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Aptos Mono" panose="020B0009020202020204" pitchFamily="49" charset="0"/>
              </a:rPr>
              <a:t>) </a:t>
            </a:r>
            <a:r>
              <a:rPr lang="en-US" dirty="0">
                <a:solidFill>
                  <a:srgbClr val="666666"/>
                </a:solidFill>
                <a:latin typeface="Aptos Mono" panose="020B0009020202020204" pitchFamily="49" charset="0"/>
              </a:rPr>
              <a:t>+</a:t>
            </a:r>
            <a:r>
              <a:rPr lang="en-US" dirty="0">
                <a:solidFill>
                  <a:srgbClr val="000000"/>
                </a:solidFill>
                <a:latin typeface="Aptos Mono" panose="020B0009020202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ptos Mono" panose="020B0009020202020204" pitchFamily="49" charset="0"/>
              </a:rPr>
              <a:t>im</a:t>
            </a:r>
            <a:r>
              <a:rPr lang="en-US" dirty="0" err="1">
                <a:solidFill>
                  <a:srgbClr val="666666"/>
                </a:solidFill>
                <a:latin typeface="Aptos Mono" panose="020B00090202020202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latin typeface="Aptos Mono" panose="020B0009020202020204" pitchFamily="49" charset="0"/>
              </a:rPr>
              <a:t>size</a:t>
            </a:r>
            <a:r>
              <a:rPr lang="en-US" dirty="0">
                <a:solidFill>
                  <a:srgbClr val="000000"/>
                </a:solidFill>
                <a:latin typeface="Aptos Mono" panose="020B0009020202020204" pitchFamily="49" charset="0"/>
              </a:rPr>
              <a:t>)</a:t>
            </a:r>
          </a:p>
          <a:p>
            <a:r>
              <a:rPr lang="en-US" dirty="0" err="1">
                <a:solidFill>
                  <a:srgbClr val="000000"/>
                </a:solidFill>
                <a:latin typeface="Aptos Mono" panose="020B0009020202020204" pitchFamily="49" charset="0"/>
              </a:rPr>
              <a:t>draw</a:t>
            </a:r>
            <a:r>
              <a:rPr lang="en-US" dirty="0" err="1">
                <a:solidFill>
                  <a:srgbClr val="666666"/>
                </a:solidFill>
                <a:latin typeface="Aptos Mono" panose="020B00090202020202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latin typeface="Aptos Mono" panose="020B0009020202020204" pitchFamily="49" charset="0"/>
              </a:rPr>
              <a:t>line</a:t>
            </a:r>
            <a:r>
              <a:rPr lang="en-US" dirty="0">
                <a:solidFill>
                  <a:srgbClr val="000000"/>
                </a:solidFill>
                <a:latin typeface="Aptos Mono" panose="020B0009020202020204" pitchFamily="49" charset="0"/>
              </a:rPr>
              <a:t>((</a:t>
            </a:r>
            <a:r>
              <a:rPr lang="en-US" dirty="0">
                <a:solidFill>
                  <a:srgbClr val="208050"/>
                </a:solidFill>
                <a:latin typeface="Aptos Mono" panose="020B000902020202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Aptos Mono" panose="020B0009020202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Aptos Mono" panose="020B0009020202020204" pitchFamily="49" charset="0"/>
              </a:rPr>
              <a:t>im</a:t>
            </a:r>
            <a:r>
              <a:rPr lang="en-US" dirty="0" err="1">
                <a:solidFill>
                  <a:srgbClr val="666666"/>
                </a:solidFill>
                <a:latin typeface="Aptos Mono" panose="020B00090202020202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latin typeface="Aptos Mono" panose="020B0009020202020204" pitchFamily="49" charset="0"/>
              </a:rPr>
              <a:t>size</a:t>
            </a:r>
            <a:r>
              <a:rPr lang="en-US" dirty="0">
                <a:solidFill>
                  <a:srgbClr val="000000"/>
                </a:solidFill>
                <a:latin typeface="Aptos Mono" panose="020B0009020202020204" pitchFamily="49" charset="0"/>
              </a:rPr>
              <a:t>[</a:t>
            </a:r>
            <a:r>
              <a:rPr lang="en-US" dirty="0">
                <a:solidFill>
                  <a:srgbClr val="208050"/>
                </a:solidFill>
                <a:latin typeface="Aptos Mono" panose="020B000902020202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Aptos Mono" panose="020B0009020202020204" pitchFamily="49" charset="0"/>
              </a:rPr>
              <a:t>], </a:t>
            </a:r>
            <a:r>
              <a:rPr lang="en-US" dirty="0" err="1">
                <a:solidFill>
                  <a:srgbClr val="000000"/>
                </a:solidFill>
                <a:latin typeface="Aptos Mono" panose="020B0009020202020204" pitchFamily="49" charset="0"/>
              </a:rPr>
              <a:t>im</a:t>
            </a:r>
            <a:r>
              <a:rPr lang="en-US" dirty="0" err="1">
                <a:solidFill>
                  <a:srgbClr val="666666"/>
                </a:solidFill>
                <a:latin typeface="Aptos Mono" panose="020B00090202020202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latin typeface="Aptos Mono" panose="020B0009020202020204" pitchFamily="49" charset="0"/>
              </a:rPr>
              <a:t>size</a:t>
            </a:r>
            <a:r>
              <a:rPr lang="en-US" dirty="0">
                <a:solidFill>
                  <a:srgbClr val="000000"/>
                </a:solidFill>
                <a:latin typeface="Aptos Mono" panose="020B0009020202020204" pitchFamily="49" charset="0"/>
              </a:rPr>
              <a:t>[</a:t>
            </a:r>
            <a:r>
              <a:rPr lang="en-US" dirty="0">
                <a:solidFill>
                  <a:srgbClr val="208050"/>
                </a:solidFill>
                <a:latin typeface="Aptos Mono" panose="020B000902020202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Aptos Mono" panose="020B0009020202020204" pitchFamily="49" charset="0"/>
              </a:rPr>
              <a:t>], </a:t>
            </a:r>
            <a:r>
              <a:rPr lang="en-US" dirty="0">
                <a:solidFill>
                  <a:srgbClr val="208050"/>
                </a:solidFill>
                <a:latin typeface="Aptos Mono" panose="020B000902020202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Aptos Mono" panose="020B0009020202020204" pitchFamily="49" charset="0"/>
              </a:rPr>
              <a:t>))</a:t>
            </a:r>
          </a:p>
          <a:p>
            <a:pPr>
              <a:buNone/>
            </a:pPr>
            <a:endParaRPr lang="en-US" dirty="0">
              <a:latin typeface="Aptos Mono" panose="020B0009020202020204" pitchFamily="49" charset="0"/>
            </a:endParaRPr>
          </a:p>
          <a:p>
            <a:pPr>
              <a:buNone/>
            </a:pPr>
            <a:endParaRPr lang="en-US" dirty="0">
              <a:latin typeface="Aptos Mono" panose="020B0009020202020204" pitchFamily="49" charset="0"/>
            </a:endParaRPr>
          </a:p>
          <a:p>
            <a:pPr>
              <a:buNone/>
            </a:pPr>
            <a:endParaRPr lang="en-US" dirty="0">
              <a:latin typeface="Aptos Mono" panose="020B000902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96247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742AA-05BE-2117-E0DB-CD155F013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Placeholder 2">
            <a:extLst>
              <a:ext uri="{FF2B5EF4-FFF2-40B4-BE49-F238E27FC236}">
                <a16:creationId xmlns:a16="http://schemas.microsoft.com/office/drawing/2014/main" id="{45065208-8C86-C06C-7E66-6B0BC56BE601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914400"/>
            <a:ext cx="11125200" cy="53848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Why did we switch from Snyk to Wiz? </a:t>
            </a:r>
            <a:r>
              <a:rPr lang="en-US" altLang="en-US" i="1" dirty="0">
                <a:latin typeface="Arial" panose="020B0604020202020204" pitchFamily="34" charset="0"/>
                <a:cs typeface="Arial" panose="020B0604020202020204" pitchFamily="34" charset="0"/>
              </a:rPr>
              <a:t>There are a good number of reasons: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Cost: Wiz is cheaper.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Capabilities: Wiz can correlate far more data: 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Cloud assets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docker containers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VMs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security groups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Git access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secret vaults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, SAST, SCA,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IaC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, Secrets findings, 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CICD setup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databases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serverless architecture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more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28700" lvl="2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Snyk could only show you SAST, SCA,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IaC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, and Secrets findings.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Noise: Snyk never prioritized findings by reachability or possible exploitability. Wiz cuts down on noise massively and saves dev teams time by doing post-scan analysis of every finding.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Enterprise Support: Google recently bought Wiz, which will likely see it change with new features being added.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Simplicity: Wiz’s integrations with Git providers is slightly simpler than Snyk’s.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How can I start using Wiz? 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Please read my guide on the subject: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https://bayview0.sharepoint.com/sites/ApplicationSecurity/SitePages/Wiz-Dev-Quick-Start-Guide.aspx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sz="1400" b="1" u="sng" dirty="0">
                <a:latin typeface="Arial" panose="020B0604020202020204" pitchFamily="34" charset="0"/>
                <a:cs typeface="Arial" panose="020B0604020202020204" pitchFamily="34" charset="0"/>
              </a:rPr>
              <a:t>&lt;Please feel free to ask a question&gt;</a:t>
            </a:r>
          </a:p>
        </p:txBody>
      </p:sp>
      <p:sp>
        <p:nvSpPr>
          <p:cNvPr id="7171" name="Slide Number Placeholder 3">
            <a:extLst>
              <a:ext uri="{FF2B5EF4-FFF2-40B4-BE49-F238E27FC236}">
                <a16:creationId xmlns:a16="http://schemas.microsoft.com/office/drawing/2014/main" id="{90DA6752-53C2-65F8-40AC-0AF30A7150A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160000" y="6553200"/>
            <a:ext cx="1727200" cy="228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E715DC2-0728-4765-960B-3867E6882CA1}" type="slidenum">
              <a:rPr lang="en-US" altLang="en-US" sz="900">
                <a:solidFill>
                  <a:schemeClr val="bg1"/>
                </a:solidFill>
              </a:rPr>
              <a:pPr/>
              <a:t>12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7172" name="Title 2">
            <a:extLst>
              <a:ext uri="{FF2B5EF4-FFF2-40B4-BE49-F238E27FC236}">
                <a16:creationId xmlns:a16="http://schemas.microsoft.com/office/drawing/2014/main" id="{A3D0844A-9DA2-6D8B-A0CB-A160390AD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2880"/>
            <a:ext cx="8467725" cy="640080"/>
          </a:xfrm>
        </p:spPr>
        <p:txBody>
          <a:bodyPr/>
          <a:lstStyle/>
          <a:p>
            <a:r>
              <a:rPr lang="en-US" dirty="0"/>
              <a:t>Wiz: FAQ and Questions</a:t>
            </a:r>
          </a:p>
        </p:txBody>
      </p:sp>
      <p:sp>
        <p:nvSpPr>
          <p:cNvPr id="7176" name="AutoShape 2" descr="https://usc-powerpoint.officeapps.live.com/pods/GetClipboardImage.ashx?Id=ddeb6509-a4e4-44be-9cf4-14d5ce8c69f4&amp;DC=PUS10&amp;pkey=c44f61af-a561-4bfb-aa53-698f8c4241b3&amp;wdwaccluster=PUS10">
            <a:extLst>
              <a:ext uri="{FF2B5EF4-FFF2-40B4-BE49-F238E27FC236}">
                <a16:creationId xmlns:a16="http://schemas.microsoft.com/office/drawing/2014/main" id="{02B0645D-AB6F-239C-F283-FB89CC7934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78919" y="748904"/>
            <a:ext cx="228600" cy="22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600"/>
          </a:p>
        </p:txBody>
      </p:sp>
    </p:spTree>
    <p:extLst>
      <p:ext uri="{BB962C8B-B14F-4D97-AF65-F5344CB8AC3E}">
        <p14:creationId xmlns:p14="http://schemas.microsoft.com/office/powerpoint/2010/main" val="1539428675"/>
      </p:ext>
    </p:extLst>
  </p:cSld>
  <p:clrMapOvr>
    <a:masterClrMapping/>
  </p:clrMapOvr>
</p:sld>
</file>

<file path=ppt/theme/theme1.xml><?xml version="1.0" encoding="utf-8"?>
<a:theme xmlns:a="http://schemas.openxmlformats.org/drawingml/2006/main" name="2007_Bayview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ayview">
      <a:majorFont>
        <a:latin typeface="HelveticaNeueLT Pro 65 Md"/>
        <a:ea typeface=""/>
        <a:cs typeface=""/>
      </a:majorFont>
      <a:minorFont>
        <a:latin typeface="HelveticaNeueLT Pro 65 M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rgbClr val="FF99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800" b="0" i="0" u="none" strike="noStrike" cap="none" normalizeH="0" baseline="0" smtClean="0">
            <a:ln>
              <a:noFill/>
            </a:ln>
            <a:solidFill>
              <a:srgbClr val="003366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rgbClr val="FF99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800" b="0" i="0" u="none" strike="noStrike" cap="none" normalizeH="0" baseline="0" smtClean="0">
            <a:ln>
              <a:noFill/>
            </a:ln>
            <a:solidFill>
              <a:srgbClr val="003366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2007_Bayview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7_Bayview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7_Bayview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7_Bayview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7_Bayview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7_Bayview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7_Bayview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22ea2f7b-fe6f-4cea-94a2-f8529ccdbcba">
      <UserInfo>
        <DisplayName>Steve Rodriguez</DisplayName>
        <AccountId>13</AccountId>
        <AccountType/>
      </UserInfo>
      <UserInfo>
        <DisplayName>Arturo Perez</DisplayName>
        <AccountId>19</AccountId>
        <AccountType/>
      </UserInfo>
      <UserInfo>
        <DisplayName>Nate Wilkey</DisplayName>
        <AccountId>23</AccountId>
        <AccountType/>
      </UserInfo>
      <UserInfo>
        <DisplayName>SharingLinks.43505ca2-475f-464c-967a-dd51e076091a.Flexible.59cb768e-bd32-4026-ad33-ab67ae9711e7</DisplayName>
        <AccountId>24</AccountId>
        <AccountType/>
      </UserInfo>
      <UserInfo>
        <DisplayName>Limited Access System Group For List 6ca9bcb0-4efa-4f67-b784-6083b04a2a80</DisplayName>
        <AccountId>25</AccountId>
        <AccountType/>
      </UserInfo>
      <UserInfo>
        <DisplayName>Alexander Suarez</DisplayName>
        <AccountId>33</AccountId>
        <AccountType/>
      </UserInfo>
      <UserInfo>
        <DisplayName>Eddie Buitrago</DisplayName>
        <AccountId>38</AccountId>
        <AccountType/>
      </UserInfo>
      <UserInfo>
        <DisplayName>Richard O'Brien</DisplayName>
        <AccountId>41</AccountId>
        <AccountType/>
      </UserInfo>
      <UserInfo>
        <DisplayName>Snezhanna Marcano</DisplayName>
        <AccountId>17</AccountId>
        <AccountType/>
      </UserInfo>
      <UserInfo>
        <DisplayName>Carlos Longa</DisplayName>
        <AccountId>494</AccountId>
        <AccountType/>
      </UserInfo>
    </SharedWithUsers>
    <lcf76f155ced4ddcb4097134ff3c332f xmlns="6ca9bcb0-4efa-4f67-b784-6083b04a2a80">
      <Terms xmlns="http://schemas.microsoft.com/office/infopath/2007/PartnerControls"/>
    </lcf76f155ced4ddcb4097134ff3c332f>
    <TaxCatchAll xmlns="22ea2f7b-fe6f-4cea-94a2-f8529ccdbcba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B8D792CF04CA54485B181F999321BCE" ma:contentTypeVersion="16" ma:contentTypeDescription="Create a new document." ma:contentTypeScope="" ma:versionID="9ac8c3b5907b40fbd630024cb4ba69a0">
  <xsd:schema xmlns:xsd="http://www.w3.org/2001/XMLSchema" xmlns:xs="http://www.w3.org/2001/XMLSchema" xmlns:p="http://schemas.microsoft.com/office/2006/metadata/properties" xmlns:ns1="http://schemas.microsoft.com/sharepoint/v3" xmlns:ns2="6ca9bcb0-4efa-4f67-b784-6083b04a2a80" xmlns:ns3="22ea2f7b-fe6f-4cea-94a2-f8529ccdbcba" targetNamespace="http://schemas.microsoft.com/office/2006/metadata/properties" ma:root="true" ma:fieldsID="d8bdfdeb07682d2965917f44fb2e5030" ns1:_="" ns2:_="" ns3:_="">
    <xsd:import namespace="http://schemas.microsoft.com/sharepoint/v3"/>
    <xsd:import namespace="6ca9bcb0-4efa-4f67-b784-6083b04a2a80"/>
    <xsd:import namespace="22ea2f7b-fe6f-4cea-94a2-f8529ccdbcb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LengthInSecond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a9bcb0-4efa-4f67-b784-6083b04a2a8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025646c8-beb0-4214-bb72-bcc2d6571c0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ea2f7b-fe6f-4cea-94a2-f8529ccdbcba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49ca8da8-81b5-4e1f-b490-e5530d975492}" ma:internalName="TaxCatchAll" ma:showField="CatchAllData" ma:web="22ea2f7b-fe6f-4cea-94a2-f8529ccdbcb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LongProperties xmlns="http://schemas.microsoft.com/office/2006/metadata/longProperties"/>
</file>

<file path=customXml/itemProps1.xml><?xml version="1.0" encoding="utf-8"?>
<ds:datastoreItem xmlns:ds="http://schemas.openxmlformats.org/officeDocument/2006/customXml" ds:itemID="{6C153F97-6355-45EB-993A-4CD212C74417}">
  <ds:schemaRefs>
    <ds:schemaRef ds:uri="22ea2f7b-fe6f-4cea-94a2-f8529ccdbcba"/>
    <ds:schemaRef ds:uri="http://schemas.microsoft.com/office/2006/metadata/properties"/>
    <ds:schemaRef ds:uri="http://purl.org/dc/terms/"/>
    <ds:schemaRef ds:uri="http://purl.org/dc/dcmitype/"/>
    <ds:schemaRef ds:uri="6ca9bcb0-4efa-4f67-b784-6083b04a2a80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02C09789-3378-4FA8-A6D3-F0B2F7EE8E8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8CD8EF3-65FB-4A6D-9029-7BCB8F85C41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ca9bcb0-4efa-4f67-b784-6083b04a2a80"/>
    <ds:schemaRef ds:uri="22ea2f7b-fe6f-4cea-94a2-f8529ccdbcb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2F6EA1F8-3E0A-4E40-8734-0894C56E385A}">
  <ds:schemaRefs>
    <ds:schemaRef ds:uri="http://schemas.microsoft.com/office/2006/metadata/longProperties"/>
  </ds:schemaRefs>
</ds:datastoreItem>
</file>

<file path=docMetadata/LabelInfo.xml><?xml version="1.0" encoding="utf-8"?>
<clbl:labelList xmlns:clbl="http://schemas.microsoft.com/office/2020/mipLabelMetadata">
  <clbl:label id="{427e0154-5da1-4a9f-a0dd-5cf024181008}" enabled="1" method="Privileged" siteId="{b69d2824-6a9f-4f56-8c46-af69a163f59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2007_Bayview</Template>
  <TotalTime>370</TotalTime>
  <Words>1955</Words>
  <Application>Microsoft Office PowerPoint</Application>
  <PresentationFormat>Widescreen</PresentationFormat>
  <Paragraphs>154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Aptos Mono</vt:lpstr>
      <vt:lpstr>Arial</vt:lpstr>
      <vt:lpstr>Century Gothic</vt:lpstr>
      <vt:lpstr>Consolas</vt:lpstr>
      <vt:lpstr>HelveticaNeueLT Pro 55 Roman</vt:lpstr>
      <vt:lpstr>HelveticaNeueLT Pro 65 Md</vt:lpstr>
      <vt:lpstr>Times New Roman</vt:lpstr>
      <vt:lpstr>Wingdings</vt:lpstr>
      <vt:lpstr>2007_Bayview</vt:lpstr>
      <vt:lpstr>Information Security Risk &amp; Compliance (ISRC) Wiz Code at Bayview Henry Post - May 2026</vt:lpstr>
      <vt:lpstr>Meta slide</vt:lpstr>
      <vt:lpstr>What is Wiz? 1</vt:lpstr>
      <vt:lpstr>What is Wiz? 2</vt:lpstr>
      <vt:lpstr>What is Wiz? 3</vt:lpstr>
      <vt:lpstr>What is Wiz? 4</vt:lpstr>
      <vt:lpstr>Wiz: How do we automate it?</vt:lpstr>
      <vt:lpstr>Wiz: What about shadow IT from citizen developers/vibe-coding?</vt:lpstr>
      <vt:lpstr>Wiz: Can we automate data collection from Wiz’s API?</vt:lpstr>
      <vt:lpstr>Wiz: How do we fix SAST issues?</vt:lpstr>
      <vt:lpstr>Wiz: What about fixing SCA issues?</vt:lpstr>
      <vt:lpstr>Wiz: FAQ and Questions</vt:lpstr>
    </vt:vector>
  </TitlesOfParts>
  <Company>bftg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</dc:title>
  <dc:creator>bftg</dc:creator>
  <cp:lastModifiedBy>Henry Post</cp:lastModifiedBy>
  <cp:revision>15</cp:revision>
  <dcterms:created xsi:type="dcterms:W3CDTF">2004-07-08T15:09:34Z</dcterms:created>
  <dcterms:modified xsi:type="dcterms:W3CDTF">2026-05-04T16:28:39Z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mpany">
    <vt:lpwstr>BAM</vt:lpwstr>
  </property>
  <property fmtid="{D5CDD505-2E9C-101B-9397-08002B2CF9AE}" pid="3" name="Order">
    <vt:lpwstr>100.000000000000</vt:lpwstr>
  </property>
  <property fmtid="{D5CDD505-2E9C-101B-9397-08002B2CF9AE}" pid="4" name="ContentTypeId">
    <vt:lpwstr>0x010100CB8D792CF04CA54485B181F999321BCE</vt:lpwstr>
  </property>
  <property fmtid="{D5CDD505-2E9C-101B-9397-08002B2CF9AE}" pid="5" name="MediaServiceImageTags">
    <vt:lpwstr/>
  </property>
</Properties>
</file>