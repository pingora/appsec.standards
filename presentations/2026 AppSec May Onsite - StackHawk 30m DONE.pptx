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5"/>
  </p:sldMasterIdLst>
  <p:notesMasterIdLst>
    <p:notesMasterId r:id="rId16"/>
  </p:notesMasterIdLst>
  <p:handoutMasterIdLst>
    <p:handoutMasterId r:id="rId17"/>
  </p:handoutMasterIdLst>
  <p:sldIdLst>
    <p:sldId id="850" r:id="rId6"/>
    <p:sldId id="854" r:id="rId7"/>
    <p:sldId id="857" r:id="rId8"/>
    <p:sldId id="856" r:id="rId9"/>
    <p:sldId id="855" r:id="rId10"/>
    <p:sldId id="858" r:id="rId11"/>
    <p:sldId id="859" r:id="rId12"/>
    <p:sldId id="860" r:id="rId13"/>
    <p:sldId id="861" r:id="rId14"/>
    <p:sldId id="862" r:id="rId15"/>
  </p:sldIdLst>
  <p:sldSz cx="12192000" cy="6858000"/>
  <p:notesSz cx="6858000" cy="9296400"/>
  <p:defaultTextStyle>
    <a:defPPr>
      <a:defRPr lang="en-US"/>
    </a:defPPr>
    <a:lvl1pPr algn="l" rtl="0" eaLnBrk="0" fontAlgn="base" hangingPunct="0">
      <a:spcBef>
        <a:spcPct val="0"/>
      </a:spcBef>
      <a:spcAft>
        <a:spcPct val="0"/>
      </a:spcAft>
      <a:defRPr sz="800" kern="1200">
        <a:solidFill>
          <a:srgbClr val="003366"/>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800" kern="1200">
        <a:solidFill>
          <a:srgbClr val="003366"/>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800" kern="1200">
        <a:solidFill>
          <a:srgbClr val="003366"/>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800" kern="1200">
        <a:solidFill>
          <a:srgbClr val="003366"/>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800" kern="1200">
        <a:solidFill>
          <a:srgbClr val="003366"/>
        </a:solidFill>
        <a:latin typeface="Arial" panose="020B0604020202020204" pitchFamily="34" charset="0"/>
        <a:ea typeface="+mn-ea"/>
        <a:cs typeface="Arial" panose="020B0604020202020204" pitchFamily="34" charset="0"/>
      </a:defRPr>
    </a:lvl5pPr>
    <a:lvl6pPr marL="2286000" algn="l" defTabSz="914400" rtl="0" eaLnBrk="1" latinLnBrk="0" hangingPunct="1">
      <a:defRPr sz="800" kern="1200">
        <a:solidFill>
          <a:srgbClr val="003366"/>
        </a:solidFill>
        <a:latin typeface="Arial" panose="020B0604020202020204" pitchFamily="34" charset="0"/>
        <a:ea typeface="+mn-ea"/>
        <a:cs typeface="Arial" panose="020B0604020202020204" pitchFamily="34" charset="0"/>
      </a:defRPr>
    </a:lvl6pPr>
    <a:lvl7pPr marL="2743200" algn="l" defTabSz="914400" rtl="0" eaLnBrk="1" latinLnBrk="0" hangingPunct="1">
      <a:defRPr sz="800" kern="1200">
        <a:solidFill>
          <a:srgbClr val="003366"/>
        </a:solidFill>
        <a:latin typeface="Arial" panose="020B0604020202020204" pitchFamily="34" charset="0"/>
        <a:ea typeface="+mn-ea"/>
        <a:cs typeface="Arial" panose="020B0604020202020204" pitchFamily="34" charset="0"/>
      </a:defRPr>
    </a:lvl7pPr>
    <a:lvl8pPr marL="3200400" algn="l" defTabSz="914400" rtl="0" eaLnBrk="1" latinLnBrk="0" hangingPunct="1">
      <a:defRPr sz="800" kern="1200">
        <a:solidFill>
          <a:srgbClr val="003366"/>
        </a:solidFill>
        <a:latin typeface="Arial" panose="020B0604020202020204" pitchFamily="34" charset="0"/>
        <a:ea typeface="+mn-ea"/>
        <a:cs typeface="Arial" panose="020B0604020202020204" pitchFamily="34" charset="0"/>
      </a:defRPr>
    </a:lvl8pPr>
    <a:lvl9pPr marL="3657600" algn="l" defTabSz="914400" rtl="0" eaLnBrk="1" latinLnBrk="0" hangingPunct="1">
      <a:defRPr sz="800" kern="1200">
        <a:solidFill>
          <a:srgbClr val="003366"/>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816AB1FE-7A0B-4D3B-B8A2-11298DB480C3}">
          <p14:sldIdLst>
            <p14:sldId id="850"/>
            <p14:sldId id="854"/>
            <p14:sldId id="857"/>
            <p14:sldId id="856"/>
            <p14:sldId id="855"/>
            <p14:sldId id="858"/>
            <p14:sldId id="859"/>
            <p14:sldId id="860"/>
            <p14:sldId id="861"/>
            <p14:sldId id="862"/>
          </p14:sldIdLst>
        </p14:section>
      </p14:sectionLst>
    </p:ext>
    <p:ext uri="{EFAFB233-063F-42B5-8137-9DF3F51BA10A}">
      <p15:sldGuideLst xmlns:p15="http://schemas.microsoft.com/office/powerpoint/2012/main">
        <p15:guide id="1" orient="horz" pos="120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rrie Jennings" initials="TJ" lastIdx="1" clrIdx="0">
    <p:extLst>
      <p:ext uri="{19B8F6BF-5375-455C-9EA6-DF929625EA0E}">
        <p15:presenceInfo xmlns:p15="http://schemas.microsoft.com/office/powerpoint/2012/main" userId="S-1-5-21-805777034-2026243614-620655208-164001" providerId="AD"/>
      </p:ext>
    </p:extLst>
  </p:cmAuthor>
  <p:cmAuthor id="2" name="Adam Munger" initials="AM" lastIdx="1" clrIdx="1">
    <p:extLst>
      <p:ext uri="{19B8F6BF-5375-455C-9EA6-DF929625EA0E}">
        <p15:presenceInfo xmlns:p15="http://schemas.microsoft.com/office/powerpoint/2012/main" userId="S::AdamMunger@bftg.com::ce04a5c5-321b-4724-be9d-5e750e95cdec" providerId="AD"/>
      </p:ext>
    </p:extLst>
  </p:cmAuthor>
  <p:cmAuthor id="3" name="Terrie Jennings" initials="TJ [2]" lastIdx="2" clrIdx="2">
    <p:extLst>
      <p:ext uri="{19B8F6BF-5375-455C-9EA6-DF929625EA0E}">
        <p15:presenceInfo xmlns:p15="http://schemas.microsoft.com/office/powerpoint/2012/main" userId="S::terrijennings@bftg.com::ca200743-bc5e-4eb0-b4b1-a6262666d88d" providerId="AD"/>
      </p:ext>
    </p:extLst>
  </p:cmAuthor>
  <p:cmAuthor id="4" name="Rob Freeman" initials="RF" lastIdx="3" clrIdx="3">
    <p:extLst>
      <p:ext uri="{19B8F6BF-5375-455C-9EA6-DF929625EA0E}">
        <p15:presenceInfo xmlns:p15="http://schemas.microsoft.com/office/powerpoint/2012/main" userId="S::RobertFreeman@bftg.com::400228c1-7b1d-4db0-8bed-872cab6e748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7CE"/>
    <a:srgbClr val="FFCC66"/>
    <a:srgbClr val="FFFF99"/>
    <a:srgbClr val="FFFFCC"/>
    <a:srgbClr val="FBFBFB"/>
    <a:srgbClr val="FFFFFF"/>
    <a:srgbClr val="F3F7FC"/>
    <a:srgbClr val="FF0000"/>
    <a:srgbClr val="3399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418D09-D791-4A9A-9D86-7F86E63348FE}" v="1" dt="2026-05-04T17:43:38.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guide orient="horz" pos="120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Post" userId="3f530ee7-1750-4c16-8a11-5c6ebeb3e15f" providerId="ADAL" clId="{D11670C1-A326-4B7E-A4A3-6F1E29230AED}"/>
    <pc:docChg chg="undo custSel addSld delSld modSld sldOrd delSection modSection">
      <pc:chgData name="Henry Post" userId="3f530ee7-1750-4c16-8a11-5c6ebeb3e15f" providerId="ADAL" clId="{D11670C1-A326-4B7E-A4A3-6F1E29230AED}" dt="2026-05-04T17:43:40.189" v="5924" actId="404"/>
      <pc:docMkLst>
        <pc:docMk/>
      </pc:docMkLst>
      <pc:sldChg chg="modSp mod">
        <pc:chgData name="Henry Post" userId="3f530ee7-1750-4c16-8a11-5c6ebeb3e15f" providerId="ADAL" clId="{D11670C1-A326-4B7E-A4A3-6F1E29230AED}" dt="2026-04-24T20:52:12.318" v="2491" actId="113"/>
        <pc:sldMkLst>
          <pc:docMk/>
          <pc:sldMk cId="3296201293" sldId="850"/>
        </pc:sldMkLst>
        <pc:spChg chg="mod">
          <ac:chgData name="Henry Post" userId="3f530ee7-1750-4c16-8a11-5c6ebeb3e15f" providerId="ADAL" clId="{D11670C1-A326-4B7E-A4A3-6F1E29230AED}" dt="2026-04-24T20:52:12.318" v="2491" actId="113"/>
          <ac:spMkLst>
            <pc:docMk/>
            <pc:sldMk cId="3296201293" sldId="850"/>
            <ac:spMk id="2" creationId="{00000000-0000-0000-0000-000000000000}"/>
          </ac:spMkLst>
        </pc:spChg>
      </pc:sldChg>
      <pc:sldChg chg="addSp delSp modSp mod">
        <pc:chgData name="Henry Post" userId="3f530ee7-1750-4c16-8a11-5c6ebeb3e15f" providerId="ADAL" clId="{D11670C1-A326-4B7E-A4A3-6F1E29230AED}" dt="2026-04-24T21:28:37.881" v="4272" actId="20577"/>
        <pc:sldMkLst>
          <pc:docMk/>
          <pc:sldMk cId="3605476898" sldId="854"/>
        </pc:sldMkLst>
        <pc:spChg chg="mod">
          <ac:chgData name="Henry Post" userId="3f530ee7-1750-4c16-8a11-5c6ebeb3e15f" providerId="ADAL" clId="{D11670C1-A326-4B7E-A4A3-6F1E29230AED}" dt="2026-04-24T21:28:37.881" v="4272" actId="20577"/>
          <ac:spMkLst>
            <pc:docMk/>
            <pc:sldMk cId="3605476898" sldId="854"/>
            <ac:spMk id="6146" creationId="{E0808C00-1929-5C84-C1EA-20546BA30D6D}"/>
          </ac:spMkLst>
        </pc:spChg>
        <pc:spChg chg="mod">
          <ac:chgData name="Henry Post" userId="3f530ee7-1750-4c16-8a11-5c6ebeb3e15f" providerId="ADAL" clId="{D11670C1-A326-4B7E-A4A3-6F1E29230AED}" dt="2026-04-24T20:27:13.749" v="110" actId="20577"/>
          <ac:spMkLst>
            <pc:docMk/>
            <pc:sldMk cId="3605476898" sldId="854"/>
            <ac:spMk id="7172" creationId="{C788B9A5-B3F6-C730-AD96-0264E5286950}"/>
          </ac:spMkLst>
        </pc:spChg>
        <pc:picChg chg="add mod">
          <ac:chgData name="Henry Post" userId="3f530ee7-1750-4c16-8a11-5c6ebeb3e15f" providerId="ADAL" clId="{D11670C1-A326-4B7E-A4A3-6F1E29230AED}" dt="2026-04-24T20:35:16.945" v="850" actId="1076"/>
          <ac:picMkLst>
            <pc:docMk/>
            <pc:sldMk cId="3605476898" sldId="854"/>
            <ac:picMk id="1026" creationId="{19FAF136-D8B0-91AD-D145-633D53E92D4C}"/>
          </ac:picMkLst>
        </pc:picChg>
      </pc:sldChg>
      <pc:sldChg chg="addSp delSp modSp add mod">
        <pc:chgData name="Henry Post" userId="3f530ee7-1750-4c16-8a11-5c6ebeb3e15f" providerId="ADAL" clId="{D11670C1-A326-4B7E-A4A3-6F1E29230AED}" dt="2026-04-24T20:52:38.694" v="2526" actId="20577"/>
        <pc:sldMkLst>
          <pc:docMk/>
          <pc:sldMk cId="3207806480" sldId="855"/>
        </pc:sldMkLst>
        <pc:spChg chg="mod">
          <ac:chgData name="Henry Post" userId="3f530ee7-1750-4c16-8a11-5c6ebeb3e15f" providerId="ADAL" clId="{D11670C1-A326-4B7E-A4A3-6F1E29230AED}" dt="2026-04-24T20:52:38.694" v="2526" actId="20577"/>
          <ac:spMkLst>
            <pc:docMk/>
            <pc:sldMk cId="3207806480" sldId="855"/>
            <ac:spMk id="6146" creationId="{4195EFCF-6D5A-6070-D2F5-3C5F47DC230B}"/>
          </ac:spMkLst>
        </pc:spChg>
        <pc:spChg chg="mod">
          <ac:chgData name="Henry Post" userId="3f530ee7-1750-4c16-8a11-5c6ebeb3e15f" providerId="ADAL" clId="{D11670C1-A326-4B7E-A4A3-6F1E29230AED}" dt="2026-04-24T20:39:43.074" v="1100" actId="20577"/>
          <ac:spMkLst>
            <pc:docMk/>
            <pc:sldMk cId="3207806480" sldId="855"/>
            <ac:spMk id="7172" creationId="{375BC5DC-D070-62D0-A1B5-E7C5706C9DDD}"/>
          </ac:spMkLst>
        </pc:spChg>
        <pc:picChg chg="add mod">
          <ac:chgData name="Henry Post" userId="3f530ee7-1750-4c16-8a11-5c6ebeb3e15f" providerId="ADAL" clId="{D11670C1-A326-4B7E-A4A3-6F1E29230AED}" dt="2026-04-24T20:48:11.625" v="1918" actId="732"/>
          <ac:picMkLst>
            <pc:docMk/>
            <pc:sldMk cId="3207806480" sldId="855"/>
            <ac:picMk id="2052" creationId="{1AE20CE3-D4EE-52BD-804C-86CFA1874544}"/>
          </ac:picMkLst>
        </pc:picChg>
        <pc:cxnChg chg="add">
          <ac:chgData name="Henry Post" userId="3f530ee7-1750-4c16-8a11-5c6ebeb3e15f" providerId="ADAL" clId="{D11670C1-A326-4B7E-A4A3-6F1E29230AED}" dt="2026-04-24T20:45:08.305" v="1718" actId="11529"/>
          <ac:cxnSpMkLst>
            <pc:docMk/>
            <pc:sldMk cId="3207806480" sldId="855"/>
            <ac:cxnSpMk id="5" creationId="{BC390483-6B0D-25E6-FC48-4784A25E4AA4}"/>
          </ac:cxnSpMkLst>
        </pc:cxnChg>
      </pc:sldChg>
      <pc:sldChg chg="addSp modSp add mod">
        <pc:chgData name="Henry Post" userId="3f530ee7-1750-4c16-8a11-5c6ebeb3e15f" providerId="ADAL" clId="{D11670C1-A326-4B7E-A4A3-6F1E29230AED}" dt="2026-05-04T17:14:51.766" v="5921" actId="20577"/>
        <pc:sldMkLst>
          <pc:docMk/>
          <pc:sldMk cId="591136739" sldId="856"/>
        </pc:sldMkLst>
        <pc:spChg chg="mod">
          <ac:chgData name="Henry Post" userId="3f530ee7-1750-4c16-8a11-5c6ebeb3e15f" providerId="ADAL" clId="{D11670C1-A326-4B7E-A4A3-6F1E29230AED}" dt="2026-05-04T17:14:51.766" v="5921" actId="20577"/>
          <ac:spMkLst>
            <pc:docMk/>
            <pc:sldMk cId="591136739" sldId="856"/>
            <ac:spMk id="6146" creationId="{8B98786D-D3C2-DD83-D38C-C97641B79EE8}"/>
          </ac:spMkLst>
        </pc:spChg>
        <pc:spChg chg="mod">
          <ac:chgData name="Henry Post" userId="3f530ee7-1750-4c16-8a11-5c6ebeb3e15f" providerId="ADAL" clId="{D11670C1-A326-4B7E-A4A3-6F1E29230AED}" dt="2026-04-24T20:45:35.075" v="1724" actId="20577"/>
          <ac:spMkLst>
            <pc:docMk/>
            <pc:sldMk cId="591136739" sldId="856"/>
            <ac:spMk id="7172" creationId="{AF4DF7AF-4C91-1D0E-1895-039D2E57CB3D}"/>
          </ac:spMkLst>
        </pc:spChg>
        <pc:picChg chg="add mod">
          <ac:chgData name="Henry Post" userId="3f530ee7-1750-4c16-8a11-5c6ebeb3e15f" providerId="ADAL" clId="{D11670C1-A326-4B7E-A4A3-6F1E29230AED}" dt="2026-04-24T20:47:38.512" v="1916" actId="1076"/>
          <ac:picMkLst>
            <pc:docMk/>
            <pc:sldMk cId="591136739" sldId="856"/>
            <ac:picMk id="3" creationId="{6E17BA5F-D91F-B48B-C215-A4D1270986BD}"/>
          </ac:picMkLst>
        </pc:picChg>
      </pc:sldChg>
      <pc:sldChg chg="addSp delSp modSp add mod ord">
        <pc:chgData name="Henry Post" userId="3f530ee7-1750-4c16-8a11-5c6ebeb3e15f" providerId="ADAL" clId="{D11670C1-A326-4B7E-A4A3-6F1E29230AED}" dt="2026-05-04T17:43:40.189" v="5924" actId="404"/>
        <pc:sldMkLst>
          <pc:docMk/>
          <pc:sldMk cId="3257043653" sldId="857"/>
        </pc:sldMkLst>
        <pc:spChg chg="mod">
          <ac:chgData name="Henry Post" userId="3f530ee7-1750-4c16-8a11-5c6ebeb3e15f" providerId="ADAL" clId="{D11670C1-A326-4B7E-A4A3-6F1E29230AED}" dt="2026-05-04T17:43:40.189" v="5924" actId="404"/>
          <ac:spMkLst>
            <pc:docMk/>
            <pc:sldMk cId="3257043653" sldId="857"/>
            <ac:spMk id="6146" creationId="{16C0C474-2A6C-00CA-E22A-37E81C9B278F}"/>
          </ac:spMkLst>
        </pc:spChg>
        <pc:spChg chg="mod">
          <ac:chgData name="Henry Post" userId="3f530ee7-1750-4c16-8a11-5c6ebeb3e15f" providerId="ADAL" clId="{D11670C1-A326-4B7E-A4A3-6F1E29230AED}" dt="2026-04-24T20:45:32.059" v="1722" actId="20577"/>
          <ac:spMkLst>
            <pc:docMk/>
            <pc:sldMk cId="3257043653" sldId="857"/>
            <ac:spMk id="7172" creationId="{31C1C048-0648-3308-DDE2-2728D2268F83}"/>
          </ac:spMkLst>
        </pc:spChg>
        <pc:picChg chg="add mod">
          <ac:chgData name="Henry Post" userId="3f530ee7-1750-4c16-8a11-5c6ebeb3e15f" providerId="ADAL" clId="{D11670C1-A326-4B7E-A4A3-6F1E29230AED}" dt="2026-04-24T20:47:43.640" v="1917" actId="1076"/>
          <ac:picMkLst>
            <pc:docMk/>
            <pc:sldMk cId="3257043653" sldId="857"/>
            <ac:picMk id="4" creationId="{875305B5-610C-FBAD-30B1-0DAF0BB709F5}"/>
          </ac:picMkLst>
        </pc:picChg>
      </pc:sldChg>
      <pc:sldChg chg="addSp delSp modSp add mod">
        <pc:chgData name="Henry Post" userId="3f530ee7-1750-4c16-8a11-5c6ebeb3e15f" providerId="ADAL" clId="{D11670C1-A326-4B7E-A4A3-6F1E29230AED}" dt="2026-04-24T21:18:11.111" v="4146" actId="14100"/>
        <pc:sldMkLst>
          <pc:docMk/>
          <pc:sldMk cId="3630735071" sldId="858"/>
        </pc:sldMkLst>
        <pc:spChg chg="mod">
          <ac:chgData name="Henry Post" userId="3f530ee7-1750-4c16-8a11-5c6ebeb3e15f" providerId="ADAL" clId="{D11670C1-A326-4B7E-A4A3-6F1E29230AED}" dt="2026-04-24T21:18:06.449" v="4145" actId="20577"/>
          <ac:spMkLst>
            <pc:docMk/>
            <pc:sldMk cId="3630735071" sldId="858"/>
            <ac:spMk id="6146" creationId="{2BB65A6F-A8E9-17D8-CD0E-844C046CAC28}"/>
          </ac:spMkLst>
        </pc:spChg>
        <pc:spChg chg="mod">
          <ac:chgData name="Henry Post" userId="3f530ee7-1750-4c16-8a11-5c6ebeb3e15f" providerId="ADAL" clId="{D11670C1-A326-4B7E-A4A3-6F1E29230AED}" dt="2026-04-24T20:46:16.527" v="1781" actId="20577"/>
          <ac:spMkLst>
            <pc:docMk/>
            <pc:sldMk cId="3630735071" sldId="858"/>
            <ac:spMk id="7172" creationId="{A4A388F7-0C5F-D0AC-6D14-61EE29196736}"/>
          </ac:spMkLst>
        </pc:spChg>
        <pc:picChg chg="add mod">
          <ac:chgData name="Henry Post" userId="3f530ee7-1750-4c16-8a11-5c6ebeb3e15f" providerId="ADAL" clId="{D11670C1-A326-4B7E-A4A3-6F1E29230AED}" dt="2026-04-24T20:50:24.233" v="2261" actId="1076"/>
          <ac:picMkLst>
            <pc:docMk/>
            <pc:sldMk cId="3630735071" sldId="858"/>
            <ac:picMk id="3" creationId="{71492585-9F66-22CA-A575-9856156CE268}"/>
          </ac:picMkLst>
        </pc:picChg>
        <pc:cxnChg chg="add mod">
          <ac:chgData name="Henry Post" userId="3f530ee7-1750-4c16-8a11-5c6ebeb3e15f" providerId="ADAL" clId="{D11670C1-A326-4B7E-A4A3-6F1E29230AED}" dt="2026-04-24T21:18:11.111" v="4146" actId="14100"/>
          <ac:cxnSpMkLst>
            <pc:docMk/>
            <pc:sldMk cId="3630735071" sldId="858"/>
            <ac:cxnSpMk id="6" creationId="{52D8F3B9-4EE2-D7F7-CAC0-67EA0CDF4E50}"/>
          </ac:cxnSpMkLst>
        </pc:cxnChg>
      </pc:sldChg>
      <pc:sldChg chg="addSp delSp modSp add mod">
        <pc:chgData name="Henry Post" userId="3f530ee7-1750-4c16-8a11-5c6ebeb3e15f" providerId="ADAL" clId="{D11670C1-A326-4B7E-A4A3-6F1E29230AED}" dt="2026-04-29T16:09:57.045" v="5556" actId="20577"/>
        <pc:sldMkLst>
          <pc:docMk/>
          <pc:sldMk cId="848454847" sldId="859"/>
        </pc:sldMkLst>
        <pc:spChg chg="mod">
          <ac:chgData name="Henry Post" userId="3f530ee7-1750-4c16-8a11-5c6ebeb3e15f" providerId="ADAL" clId="{D11670C1-A326-4B7E-A4A3-6F1E29230AED}" dt="2026-04-29T16:09:57.045" v="5556" actId="20577"/>
          <ac:spMkLst>
            <pc:docMk/>
            <pc:sldMk cId="848454847" sldId="859"/>
            <ac:spMk id="6146" creationId="{AA2F2DA9-5A75-6085-66C5-1660B1CF8827}"/>
          </ac:spMkLst>
        </pc:spChg>
        <pc:spChg chg="mod">
          <ac:chgData name="Henry Post" userId="3f530ee7-1750-4c16-8a11-5c6ebeb3e15f" providerId="ADAL" clId="{D11670C1-A326-4B7E-A4A3-6F1E29230AED}" dt="2026-04-24T20:52:53.204" v="2550" actId="20577"/>
          <ac:spMkLst>
            <pc:docMk/>
            <pc:sldMk cId="848454847" sldId="859"/>
            <ac:spMk id="7172" creationId="{5B99CA75-4681-1ACA-D0FD-EAB844B1907A}"/>
          </ac:spMkLst>
        </pc:spChg>
        <pc:picChg chg="add mod">
          <ac:chgData name="Henry Post" userId="3f530ee7-1750-4c16-8a11-5c6ebeb3e15f" providerId="ADAL" clId="{D11670C1-A326-4B7E-A4A3-6F1E29230AED}" dt="2026-04-24T21:01:39.595" v="3415" actId="14100"/>
          <ac:picMkLst>
            <pc:docMk/>
            <pc:sldMk cId="848454847" sldId="859"/>
            <ac:picMk id="4" creationId="{998CAA79-0840-10FF-D3C7-DBA37851A314}"/>
          </ac:picMkLst>
        </pc:picChg>
      </pc:sldChg>
      <pc:sldChg chg="addSp delSp modSp add mod">
        <pc:chgData name="Henry Post" userId="3f530ee7-1750-4c16-8a11-5c6ebeb3e15f" providerId="ADAL" clId="{D11670C1-A326-4B7E-A4A3-6F1E29230AED}" dt="2026-04-27T17:23:26.911" v="4314" actId="20577"/>
        <pc:sldMkLst>
          <pc:docMk/>
          <pc:sldMk cId="4207722666" sldId="860"/>
        </pc:sldMkLst>
        <pc:spChg chg="mod">
          <ac:chgData name="Henry Post" userId="3f530ee7-1750-4c16-8a11-5c6ebeb3e15f" providerId="ADAL" clId="{D11670C1-A326-4B7E-A4A3-6F1E29230AED}" dt="2026-04-27T17:23:26.911" v="4314" actId="20577"/>
          <ac:spMkLst>
            <pc:docMk/>
            <pc:sldMk cId="4207722666" sldId="860"/>
            <ac:spMk id="6146" creationId="{AE09CA62-368C-03A7-AB69-692B58C5BFF9}"/>
          </ac:spMkLst>
        </pc:spChg>
        <pc:spChg chg="mod">
          <ac:chgData name="Henry Post" userId="3f530ee7-1750-4c16-8a11-5c6ebeb3e15f" providerId="ADAL" clId="{D11670C1-A326-4B7E-A4A3-6F1E29230AED}" dt="2026-04-24T20:57:35.208" v="2842" actId="20577"/>
          <ac:spMkLst>
            <pc:docMk/>
            <pc:sldMk cId="4207722666" sldId="860"/>
            <ac:spMk id="7172" creationId="{D30906D2-971A-4D7E-3AA4-DB713E32E61B}"/>
          </ac:spMkLst>
        </pc:spChg>
        <pc:picChg chg="add mod">
          <ac:chgData name="Henry Post" userId="3f530ee7-1750-4c16-8a11-5c6ebeb3e15f" providerId="ADAL" clId="{D11670C1-A326-4B7E-A4A3-6F1E29230AED}" dt="2026-04-24T20:59:24.298" v="3126" actId="1076"/>
          <ac:picMkLst>
            <pc:docMk/>
            <pc:sldMk cId="4207722666" sldId="860"/>
            <ac:picMk id="3" creationId="{3DC9CE5F-0F69-FDD8-38CC-921F15120D5D}"/>
          </ac:picMkLst>
        </pc:picChg>
      </pc:sldChg>
      <pc:sldChg chg="delSp modSp add mod">
        <pc:chgData name="Henry Post" userId="3f530ee7-1750-4c16-8a11-5c6ebeb3e15f" providerId="ADAL" clId="{D11670C1-A326-4B7E-A4A3-6F1E29230AED}" dt="2026-04-29T21:22:54.350" v="5868" actId="20577"/>
        <pc:sldMkLst>
          <pc:docMk/>
          <pc:sldMk cId="3853003876" sldId="861"/>
        </pc:sldMkLst>
        <pc:spChg chg="mod">
          <ac:chgData name="Henry Post" userId="3f530ee7-1750-4c16-8a11-5c6ebeb3e15f" providerId="ADAL" clId="{D11670C1-A326-4B7E-A4A3-6F1E29230AED}" dt="2026-04-29T21:22:54.350" v="5868" actId="20577"/>
          <ac:spMkLst>
            <pc:docMk/>
            <pc:sldMk cId="3853003876" sldId="861"/>
            <ac:spMk id="6146" creationId="{9EF1A50A-DBD3-9E58-B547-40DA14CDE9B2}"/>
          </ac:spMkLst>
        </pc:spChg>
        <pc:spChg chg="mod">
          <ac:chgData name="Henry Post" userId="3f530ee7-1750-4c16-8a11-5c6ebeb3e15f" providerId="ADAL" clId="{D11670C1-A326-4B7E-A4A3-6F1E29230AED}" dt="2026-04-24T21:06:40.746" v="3645" actId="20577"/>
          <ac:spMkLst>
            <pc:docMk/>
            <pc:sldMk cId="3853003876" sldId="861"/>
            <ac:spMk id="7172" creationId="{81D5920F-3F64-8779-E7BE-EE5CA2A97327}"/>
          </ac:spMkLst>
        </pc:spChg>
      </pc:sldChg>
      <pc:sldChg chg="modSp add mod">
        <pc:chgData name="Henry Post" userId="3f530ee7-1750-4c16-8a11-5c6ebeb3e15f" providerId="ADAL" clId="{D11670C1-A326-4B7E-A4A3-6F1E29230AED}" dt="2026-04-28T18:31:21.772" v="5536" actId="20577"/>
        <pc:sldMkLst>
          <pc:docMk/>
          <pc:sldMk cId="1262228888" sldId="862"/>
        </pc:sldMkLst>
        <pc:spChg chg="mod">
          <ac:chgData name="Henry Post" userId="3f530ee7-1750-4c16-8a11-5c6ebeb3e15f" providerId="ADAL" clId="{D11670C1-A326-4B7E-A4A3-6F1E29230AED}" dt="2026-04-28T18:31:21.772" v="5536" actId="20577"/>
          <ac:spMkLst>
            <pc:docMk/>
            <pc:sldMk cId="1262228888" sldId="862"/>
            <ac:spMk id="6146" creationId="{CFA6EB9A-220F-3CF5-F5ED-8527905DCBEA}"/>
          </ac:spMkLst>
        </pc:spChg>
        <pc:spChg chg="mod">
          <ac:chgData name="Henry Post" userId="3f530ee7-1750-4c16-8a11-5c6ebeb3e15f" providerId="ADAL" clId="{D11670C1-A326-4B7E-A4A3-6F1E29230AED}" dt="2026-04-27T20:27:20.964" v="4391" actId="20577"/>
          <ac:spMkLst>
            <pc:docMk/>
            <pc:sldMk cId="1262228888" sldId="862"/>
            <ac:spMk id="7172" creationId="{C7CFA1A0-8B53-7FA8-2576-B14AE5A442F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0213" cy="465138"/>
          </a:xfrm>
          <a:prstGeom prst="rect">
            <a:avLst/>
          </a:prstGeom>
          <a:noFill/>
          <a:ln w="9525">
            <a:noFill/>
            <a:miter lim="800000"/>
            <a:headEnd/>
            <a:tailEnd/>
          </a:ln>
        </p:spPr>
        <p:txBody>
          <a:bodyPr vert="horz" wrap="square" lIns="91507" tIns="45754" rIns="91507" bIns="45754" numCol="1" anchor="t" anchorCtr="0" compatLnSpc="1">
            <a:prstTxWarp prst="textNoShape">
              <a:avLst/>
            </a:prstTxWarp>
          </a:bodyPr>
          <a:lstStyle>
            <a:lvl1pPr defTabSz="915988" eaLnBrk="1" hangingPunct="1">
              <a:defRPr sz="1200">
                <a:solidFill>
                  <a:schemeClr val="tx1"/>
                </a:solidFill>
                <a:latin typeface="Times New Roman" pitchFamily="18" charset="0"/>
                <a:cs typeface="+mn-cs"/>
              </a:defRPr>
            </a:lvl1pPr>
          </a:lstStyle>
          <a:p>
            <a:pPr>
              <a:defRPr/>
            </a:pPr>
            <a:endParaRPr lang="en-US"/>
          </a:p>
        </p:txBody>
      </p:sp>
      <p:sp>
        <p:nvSpPr>
          <p:cNvPr id="11267" name="Rectangle 3"/>
          <p:cNvSpPr>
            <a:spLocks noGrp="1" noChangeArrowheads="1"/>
          </p:cNvSpPr>
          <p:nvPr>
            <p:ph type="dt" sz="quarter" idx="1"/>
          </p:nvPr>
        </p:nvSpPr>
        <p:spPr bwMode="auto">
          <a:xfrm>
            <a:off x="3887788" y="0"/>
            <a:ext cx="2970212" cy="465138"/>
          </a:xfrm>
          <a:prstGeom prst="rect">
            <a:avLst/>
          </a:prstGeom>
          <a:noFill/>
          <a:ln w="9525">
            <a:noFill/>
            <a:miter lim="800000"/>
            <a:headEnd/>
            <a:tailEnd/>
          </a:ln>
        </p:spPr>
        <p:txBody>
          <a:bodyPr vert="horz" wrap="square" lIns="91507" tIns="45754" rIns="91507" bIns="45754" numCol="1" anchor="t" anchorCtr="0" compatLnSpc="1">
            <a:prstTxWarp prst="textNoShape">
              <a:avLst/>
            </a:prstTxWarp>
          </a:bodyPr>
          <a:lstStyle>
            <a:lvl1pPr algn="r" defTabSz="915988" eaLnBrk="1" hangingPunct="1">
              <a:defRPr sz="1200">
                <a:solidFill>
                  <a:schemeClr val="tx1"/>
                </a:solidFill>
                <a:latin typeface="Times New Roman" pitchFamily="18" charset="0"/>
                <a:cs typeface="+mn-cs"/>
              </a:defRPr>
            </a:lvl1pPr>
          </a:lstStyle>
          <a:p>
            <a:pPr>
              <a:defRPr/>
            </a:pPr>
            <a:endParaRPr lang="en-US"/>
          </a:p>
        </p:txBody>
      </p:sp>
      <p:sp>
        <p:nvSpPr>
          <p:cNvPr id="11268" name="Rectangle 4"/>
          <p:cNvSpPr>
            <a:spLocks noGrp="1" noChangeArrowheads="1"/>
          </p:cNvSpPr>
          <p:nvPr>
            <p:ph type="ftr" sz="quarter" idx="2"/>
          </p:nvPr>
        </p:nvSpPr>
        <p:spPr bwMode="auto">
          <a:xfrm>
            <a:off x="0" y="8831263"/>
            <a:ext cx="2970213" cy="465137"/>
          </a:xfrm>
          <a:prstGeom prst="rect">
            <a:avLst/>
          </a:prstGeom>
          <a:noFill/>
          <a:ln w="9525">
            <a:noFill/>
            <a:miter lim="800000"/>
            <a:headEnd/>
            <a:tailEnd/>
          </a:ln>
        </p:spPr>
        <p:txBody>
          <a:bodyPr vert="horz" wrap="square" lIns="91507" tIns="45754" rIns="91507" bIns="45754" numCol="1" anchor="b" anchorCtr="0" compatLnSpc="1">
            <a:prstTxWarp prst="textNoShape">
              <a:avLst/>
            </a:prstTxWarp>
          </a:bodyPr>
          <a:lstStyle>
            <a:lvl1pPr defTabSz="915988" eaLnBrk="1" hangingPunct="1">
              <a:defRPr sz="1200">
                <a:solidFill>
                  <a:schemeClr val="tx1"/>
                </a:solidFill>
                <a:latin typeface="Times New Roman" pitchFamily="18" charset="0"/>
                <a:cs typeface="+mn-cs"/>
              </a:defRPr>
            </a:lvl1pPr>
          </a:lstStyle>
          <a:p>
            <a:pPr>
              <a:defRPr/>
            </a:pPr>
            <a:endParaRPr lang="en-US"/>
          </a:p>
        </p:txBody>
      </p:sp>
      <p:sp>
        <p:nvSpPr>
          <p:cNvPr id="11269" name="Rectangle 5"/>
          <p:cNvSpPr>
            <a:spLocks noGrp="1" noChangeArrowheads="1"/>
          </p:cNvSpPr>
          <p:nvPr>
            <p:ph type="sldNum" sz="quarter" idx="3"/>
          </p:nvPr>
        </p:nvSpPr>
        <p:spPr bwMode="auto">
          <a:xfrm>
            <a:off x="3887788" y="8831263"/>
            <a:ext cx="2970212" cy="465137"/>
          </a:xfrm>
          <a:prstGeom prst="rect">
            <a:avLst/>
          </a:prstGeom>
          <a:noFill/>
          <a:ln w="9525">
            <a:noFill/>
            <a:miter lim="800000"/>
            <a:headEnd/>
            <a:tailEnd/>
          </a:ln>
        </p:spPr>
        <p:txBody>
          <a:bodyPr vert="horz" wrap="square" lIns="91507" tIns="45754" rIns="91507" bIns="45754" numCol="1" anchor="b" anchorCtr="0" compatLnSpc="1">
            <a:prstTxWarp prst="textNoShape">
              <a:avLst/>
            </a:prstTxWarp>
          </a:bodyPr>
          <a:lstStyle>
            <a:lvl1pPr algn="r" defTabSz="915988" eaLnBrk="1" hangingPunct="1">
              <a:defRPr sz="1200">
                <a:solidFill>
                  <a:schemeClr val="tx1"/>
                </a:solidFill>
                <a:latin typeface="Times New Roman" panose="02020603050405020304" pitchFamily="18" charset="0"/>
              </a:defRPr>
            </a:lvl1pPr>
          </a:lstStyle>
          <a:p>
            <a:pPr>
              <a:defRPr/>
            </a:pPr>
            <a:fld id="{5FFF6DF0-1037-466D-AA19-AE1DB59D9E9A}"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0213" cy="465138"/>
          </a:xfrm>
          <a:prstGeom prst="rect">
            <a:avLst/>
          </a:prstGeom>
          <a:noFill/>
          <a:ln w="9525">
            <a:noFill/>
            <a:miter lim="800000"/>
            <a:headEnd/>
            <a:tailEnd/>
          </a:ln>
        </p:spPr>
        <p:txBody>
          <a:bodyPr vert="horz" wrap="square" lIns="89800" tIns="44897" rIns="89800" bIns="44897" numCol="1" anchor="t" anchorCtr="0" compatLnSpc="1">
            <a:prstTxWarp prst="textNoShape">
              <a:avLst/>
            </a:prstTxWarp>
          </a:bodyPr>
          <a:lstStyle>
            <a:lvl1pPr defTabSz="898525" eaLnBrk="1" hangingPunct="1">
              <a:defRPr sz="1200">
                <a:solidFill>
                  <a:schemeClr val="tx1"/>
                </a:solidFill>
                <a:latin typeface="Times New Roman" pitchFamily="18" charset="0"/>
                <a:cs typeface="+mn-cs"/>
              </a:defRPr>
            </a:lvl1pPr>
          </a:lstStyle>
          <a:p>
            <a:pPr>
              <a:defRPr/>
            </a:pPr>
            <a:endParaRPr lang="en-US"/>
          </a:p>
        </p:txBody>
      </p:sp>
      <p:sp>
        <p:nvSpPr>
          <p:cNvPr id="17411" name="Rectangle 3"/>
          <p:cNvSpPr>
            <a:spLocks noGrp="1" noChangeArrowheads="1"/>
          </p:cNvSpPr>
          <p:nvPr>
            <p:ph type="dt" idx="1"/>
          </p:nvPr>
        </p:nvSpPr>
        <p:spPr bwMode="auto">
          <a:xfrm>
            <a:off x="3886200" y="0"/>
            <a:ext cx="2970213" cy="465138"/>
          </a:xfrm>
          <a:prstGeom prst="rect">
            <a:avLst/>
          </a:prstGeom>
          <a:noFill/>
          <a:ln w="9525">
            <a:noFill/>
            <a:miter lim="800000"/>
            <a:headEnd/>
            <a:tailEnd/>
          </a:ln>
        </p:spPr>
        <p:txBody>
          <a:bodyPr vert="horz" wrap="square" lIns="89800" tIns="44897" rIns="89800" bIns="44897" numCol="1" anchor="t" anchorCtr="0" compatLnSpc="1">
            <a:prstTxWarp prst="textNoShape">
              <a:avLst/>
            </a:prstTxWarp>
          </a:bodyPr>
          <a:lstStyle>
            <a:lvl1pPr algn="r" defTabSz="898525" eaLnBrk="1" hangingPunct="1">
              <a:defRPr sz="1200">
                <a:solidFill>
                  <a:schemeClr val="tx1"/>
                </a:solidFill>
                <a:latin typeface="Times New Roman" pitchFamily="18" charset="0"/>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344488" y="698500"/>
            <a:ext cx="6192837" cy="3484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687388" y="4416425"/>
            <a:ext cx="5483225" cy="4181475"/>
          </a:xfrm>
          <a:prstGeom prst="rect">
            <a:avLst/>
          </a:prstGeom>
          <a:noFill/>
          <a:ln w="9525">
            <a:noFill/>
            <a:miter lim="800000"/>
            <a:headEnd/>
            <a:tailEnd/>
          </a:ln>
        </p:spPr>
        <p:txBody>
          <a:bodyPr vert="horz" wrap="square" lIns="89800" tIns="44897" rIns="89800" bIns="4489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831263"/>
            <a:ext cx="2970213" cy="463550"/>
          </a:xfrm>
          <a:prstGeom prst="rect">
            <a:avLst/>
          </a:prstGeom>
          <a:noFill/>
          <a:ln w="9525">
            <a:noFill/>
            <a:miter lim="800000"/>
            <a:headEnd/>
            <a:tailEnd/>
          </a:ln>
        </p:spPr>
        <p:txBody>
          <a:bodyPr vert="horz" wrap="square" lIns="89800" tIns="44897" rIns="89800" bIns="44897" numCol="1" anchor="b" anchorCtr="0" compatLnSpc="1">
            <a:prstTxWarp prst="textNoShape">
              <a:avLst/>
            </a:prstTxWarp>
          </a:bodyPr>
          <a:lstStyle>
            <a:lvl1pPr defTabSz="898525" eaLnBrk="1" hangingPunct="1">
              <a:defRPr sz="1200">
                <a:solidFill>
                  <a:schemeClr val="tx1"/>
                </a:solidFill>
                <a:latin typeface="Times New Roman" pitchFamily="18" charset="0"/>
                <a:cs typeface="+mn-cs"/>
              </a:defRPr>
            </a:lvl1pPr>
          </a:lstStyle>
          <a:p>
            <a:pPr>
              <a:defRPr/>
            </a:pPr>
            <a:endParaRPr lang="en-US"/>
          </a:p>
        </p:txBody>
      </p:sp>
      <p:sp>
        <p:nvSpPr>
          <p:cNvPr id="17415" name="Rectangle 7"/>
          <p:cNvSpPr>
            <a:spLocks noGrp="1" noChangeArrowheads="1"/>
          </p:cNvSpPr>
          <p:nvPr>
            <p:ph type="sldNum" sz="quarter" idx="5"/>
          </p:nvPr>
        </p:nvSpPr>
        <p:spPr bwMode="auto">
          <a:xfrm>
            <a:off x="3886200" y="8831263"/>
            <a:ext cx="2970213" cy="463550"/>
          </a:xfrm>
          <a:prstGeom prst="rect">
            <a:avLst/>
          </a:prstGeom>
          <a:noFill/>
          <a:ln w="9525">
            <a:noFill/>
            <a:miter lim="800000"/>
            <a:headEnd/>
            <a:tailEnd/>
          </a:ln>
        </p:spPr>
        <p:txBody>
          <a:bodyPr vert="horz" wrap="square" lIns="89800" tIns="44897" rIns="89800" bIns="44897" numCol="1" anchor="b" anchorCtr="0" compatLnSpc="1">
            <a:prstTxWarp prst="textNoShape">
              <a:avLst/>
            </a:prstTxWarp>
          </a:bodyPr>
          <a:lstStyle>
            <a:lvl1pPr algn="r" defTabSz="898525" eaLnBrk="1" hangingPunct="1">
              <a:defRPr sz="1200">
                <a:solidFill>
                  <a:schemeClr val="tx1"/>
                </a:solidFill>
                <a:latin typeface="Times New Roman" panose="02020603050405020304" pitchFamily="18" charset="0"/>
              </a:defRPr>
            </a:lvl1pPr>
          </a:lstStyle>
          <a:p>
            <a:pPr>
              <a:defRPr/>
            </a:pPr>
            <a:fld id="{D76B813D-8CED-4BFF-AF0D-24C1FB796A6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8DD69-8309-D121-CD14-02789F664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15503-4773-86DE-295B-22B68DDB23F0}"/>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44CC475F-B16E-28F2-0F22-02A22DD175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066D27-376F-473A-3A50-BF15B73E9269}"/>
              </a:ext>
            </a:extLst>
          </p:cNvPr>
          <p:cNvSpPr>
            <a:spLocks noGrp="1"/>
          </p:cNvSpPr>
          <p:nvPr>
            <p:ph type="sldNum" sz="quarter" idx="10"/>
          </p:nvPr>
        </p:nvSpPr>
        <p:spPr/>
        <p:txBody>
          <a:bodyPr/>
          <a:lstStyle/>
          <a:p>
            <a:pPr>
              <a:defRPr/>
            </a:pPr>
            <a:fld id="{D76B813D-8CED-4BFF-AF0D-24C1FB796A6A}" type="slidenum">
              <a:rPr lang="en-US" altLang="en-US" smtClean="0"/>
              <a:pPr>
                <a:defRPr/>
              </a:pPr>
              <a:t>2</a:t>
            </a:fld>
            <a:endParaRPr lang="en-US" altLang="en-US"/>
          </a:p>
        </p:txBody>
      </p:sp>
    </p:spTree>
    <p:extLst>
      <p:ext uri="{BB962C8B-B14F-4D97-AF65-F5344CB8AC3E}">
        <p14:creationId xmlns:p14="http://schemas.microsoft.com/office/powerpoint/2010/main" val="3907527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A3CB-E4EF-1032-3BB9-2F361372A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E1AAF-1396-EE40-5238-1019823C59EB}"/>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373A5823-4F6A-DB12-71D9-2433378382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58E5C5-6E43-1D1D-F3F8-67FE8A33B1AF}"/>
              </a:ext>
            </a:extLst>
          </p:cNvPr>
          <p:cNvSpPr>
            <a:spLocks noGrp="1"/>
          </p:cNvSpPr>
          <p:nvPr>
            <p:ph type="sldNum" sz="quarter" idx="10"/>
          </p:nvPr>
        </p:nvSpPr>
        <p:spPr/>
        <p:txBody>
          <a:bodyPr/>
          <a:lstStyle/>
          <a:p>
            <a:pPr>
              <a:defRPr/>
            </a:pPr>
            <a:fld id="{D76B813D-8CED-4BFF-AF0D-24C1FB796A6A}" type="slidenum">
              <a:rPr lang="en-US" altLang="en-US" smtClean="0"/>
              <a:pPr>
                <a:defRPr/>
              </a:pPr>
              <a:t>3</a:t>
            </a:fld>
            <a:endParaRPr lang="en-US" altLang="en-US"/>
          </a:p>
        </p:txBody>
      </p:sp>
    </p:spTree>
    <p:extLst>
      <p:ext uri="{BB962C8B-B14F-4D97-AF65-F5344CB8AC3E}">
        <p14:creationId xmlns:p14="http://schemas.microsoft.com/office/powerpoint/2010/main" val="2306543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025C-083F-3531-5157-40E9C3648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8B97E-FCB0-7EC0-96E0-6F63C128DF25}"/>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413325E2-4F52-9CA2-02A5-4D03751923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77FCB7-E895-5506-E9CE-B00F30AA9C57}"/>
              </a:ext>
            </a:extLst>
          </p:cNvPr>
          <p:cNvSpPr>
            <a:spLocks noGrp="1"/>
          </p:cNvSpPr>
          <p:nvPr>
            <p:ph type="sldNum" sz="quarter" idx="10"/>
          </p:nvPr>
        </p:nvSpPr>
        <p:spPr/>
        <p:txBody>
          <a:bodyPr/>
          <a:lstStyle/>
          <a:p>
            <a:pPr>
              <a:defRPr/>
            </a:pPr>
            <a:fld id="{D76B813D-8CED-4BFF-AF0D-24C1FB796A6A}" type="slidenum">
              <a:rPr lang="en-US" altLang="en-US" smtClean="0"/>
              <a:pPr>
                <a:defRPr/>
              </a:pPr>
              <a:t>4</a:t>
            </a:fld>
            <a:endParaRPr lang="en-US" altLang="en-US"/>
          </a:p>
        </p:txBody>
      </p:sp>
    </p:spTree>
    <p:extLst>
      <p:ext uri="{BB962C8B-B14F-4D97-AF65-F5344CB8AC3E}">
        <p14:creationId xmlns:p14="http://schemas.microsoft.com/office/powerpoint/2010/main" val="2197549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0731-CFE9-0550-9904-6EE320BEF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70598-F6DA-3F7A-C17D-624583BE027E}"/>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FF0F7E8B-963E-8042-5713-9689960D3F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126133-D44A-1CA1-6856-6F52DCB02CCB}"/>
              </a:ext>
            </a:extLst>
          </p:cNvPr>
          <p:cNvSpPr>
            <a:spLocks noGrp="1"/>
          </p:cNvSpPr>
          <p:nvPr>
            <p:ph type="sldNum" sz="quarter" idx="10"/>
          </p:nvPr>
        </p:nvSpPr>
        <p:spPr/>
        <p:txBody>
          <a:bodyPr/>
          <a:lstStyle/>
          <a:p>
            <a:pPr>
              <a:defRPr/>
            </a:pPr>
            <a:fld id="{D76B813D-8CED-4BFF-AF0D-24C1FB796A6A}" type="slidenum">
              <a:rPr lang="en-US" altLang="en-US" smtClean="0"/>
              <a:pPr>
                <a:defRPr/>
              </a:pPr>
              <a:t>5</a:t>
            </a:fld>
            <a:endParaRPr lang="en-US" altLang="en-US"/>
          </a:p>
        </p:txBody>
      </p:sp>
    </p:spTree>
    <p:extLst>
      <p:ext uri="{BB962C8B-B14F-4D97-AF65-F5344CB8AC3E}">
        <p14:creationId xmlns:p14="http://schemas.microsoft.com/office/powerpoint/2010/main" val="158987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B8E4-30D7-F364-2C75-E0FEE93C7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C0F74-EEC0-BC7D-291A-556412CD8FAB}"/>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7BE672A6-AA77-325D-9C7B-8B1DD8D397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7C8B5D-28B4-6C59-8908-7F221638E2F8}"/>
              </a:ext>
            </a:extLst>
          </p:cNvPr>
          <p:cNvSpPr>
            <a:spLocks noGrp="1"/>
          </p:cNvSpPr>
          <p:nvPr>
            <p:ph type="sldNum" sz="quarter" idx="10"/>
          </p:nvPr>
        </p:nvSpPr>
        <p:spPr/>
        <p:txBody>
          <a:bodyPr/>
          <a:lstStyle/>
          <a:p>
            <a:pPr>
              <a:defRPr/>
            </a:pPr>
            <a:fld id="{D76B813D-8CED-4BFF-AF0D-24C1FB796A6A}" type="slidenum">
              <a:rPr lang="en-US" altLang="en-US" smtClean="0"/>
              <a:pPr>
                <a:defRPr/>
              </a:pPr>
              <a:t>6</a:t>
            </a:fld>
            <a:endParaRPr lang="en-US" altLang="en-US"/>
          </a:p>
        </p:txBody>
      </p:sp>
    </p:spTree>
    <p:extLst>
      <p:ext uri="{BB962C8B-B14F-4D97-AF65-F5344CB8AC3E}">
        <p14:creationId xmlns:p14="http://schemas.microsoft.com/office/powerpoint/2010/main" val="3013886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8166-0382-93BF-D5B1-8BD07A892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B9387-3B18-8B14-C952-F20BAC048605}"/>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2290F31F-3D66-4079-C2E5-6A1FFB40B5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D05BC5-B49C-3344-C73C-59970A787779}"/>
              </a:ext>
            </a:extLst>
          </p:cNvPr>
          <p:cNvSpPr>
            <a:spLocks noGrp="1"/>
          </p:cNvSpPr>
          <p:nvPr>
            <p:ph type="sldNum" sz="quarter" idx="10"/>
          </p:nvPr>
        </p:nvSpPr>
        <p:spPr/>
        <p:txBody>
          <a:bodyPr/>
          <a:lstStyle/>
          <a:p>
            <a:pPr>
              <a:defRPr/>
            </a:pPr>
            <a:fld id="{D76B813D-8CED-4BFF-AF0D-24C1FB796A6A}" type="slidenum">
              <a:rPr lang="en-US" altLang="en-US" smtClean="0"/>
              <a:pPr>
                <a:defRPr/>
              </a:pPr>
              <a:t>7</a:t>
            </a:fld>
            <a:endParaRPr lang="en-US" altLang="en-US"/>
          </a:p>
        </p:txBody>
      </p:sp>
    </p:spTree>
    <p:extLst>
      <p:ext uri="{BB962C8B-B14F-4D97-AF65-F5344CB8AC3E}">
        <p14:creationId xmlns:p14="http://schemas.microsoft.com/office/powerpoint/2010/main" val="3486764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DFE2-C74C-8706-0E28-223B27784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3A3DE-1128-2EF0-25F6-BE69B607D18F}"/>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30AC5EDA-22F8-B464-89CB-8708E73AC8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9E19B2-D969-AB31-DBD1-CE14AE314C60}"/>
              </a:ext>
            </a:extLst>
          </p:cNvPr>
          <p:cNvSpPr>
            <a:spLocks noGrp="1"/>
          </p:cNvSpPr>
          <p:nvPr>
            <p:ph type="sldNum" sz="quarter" idx="10"/>
          </p:nvPr>
        </p:nvSpPr>
        <p:spPr/>
        <p:txBody>
          <a:bodyPr/>
          <a:lstStyle/>
          <a:p>
            <a:pPr>
              <a:defRPr/>
            </a:pPr>
            <a:fld id="{D76B813D-8CED-4BFF-AF0D-24C1FB796A6A}" type="slidenum">
              <a:rPr lang="en-US" altLang="en-US" smtClean="0"/>
              <a:pPr>
                <a:defRPr/>
              </a:pPr>
              <a:t>8</a:t>
            </a:fld>
            <a:endParaRPr lang="en-US" altLang="en-US"/>
          </a:p>
        </p:txBody>
      </p:sp>
    </p:spTree>
    <p:extLst>
      <p:ext uri="{BB962C8B-B14F-4D97-AF65-F5344CB8AC3E}">
        <p14:creationId xmlns:p14="http://schemas.microsoft.com/office/powerpoint/2010/main" val="4150584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A4D7E-6CFF-7B6A-BCE1-400BC2BDE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C954D-9055-7685-C82B-BFCE23EE87F3}"/>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EE98966C-FAB4-2C4B-693E-AD249B7402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FFE197-2B82-1511-CC0B-C01BD2444784}"/>
              </a:ext>
            </a:extLst>
          </p:cNvPr>
          <p:cNvSpPr>
            <a:spLocks noGrp="1"/>
          </p:cNvSpPr>
          <p:nvPr>
            <p:ph type="sldNum" sz="quarter" idx="10"/>
          </p:nvPr>
        </p:nvSpPr>
        <p:spPr/>
        <p:txBody>
          <a:bodyPr/>
          <a:lstStyle/>
          <a:p>
            <a:pPr>
              <a:defRPr/>
            </a:pPr>
            <a:fld id="{D76B813D-8CED-4BFF-AF0D-24C1FB796A6A}" type="slidenum">
              <a:rPr lang="en-US" altLang="en-US" smtClean="0"/>
              <a:pPr>
                <a:defRPr/>
              </a:pPr>
              <a:t>9</a:t>
            </a:fld>
            <a:endParaRPr lang="en-US" altLang="en-US"/>
          </a:p>
        </p:txBody>
      </p:sp>
    </p:spTree>
    <p:extLst>
      <p:ext uri="{BB962C8B-B14F-4D97-AF65-F5344CB8AC3E}">
        <p14:creationId xmlns:p14="http://schemas.microsoft.com/office/powerpoint/2010/main" val="3768721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EC02B-31B9-7429-DD40-6B6BD997F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706E3-3F67-B299-F3E0-B9B12DBBCE2E}"/>
              </a:ext>
            </a:extLst>
          </p:cNvPr>
          <p:cNvSpPr>
            <a:spLocks noGrp="1" noRot="1" noChangeAspect="1"/>
          </p:cNvSpPr>
          <p:nvPr>
            <p:ph type="sldImg"/>
          </p:nvPr>
        </p:nvSpPr>
        <p:spPr>
          <a:xfrm>
            <a:off x="344488" y="698500"/>
            <a:ext cx="6192837" cy="3484563"/>
          </a:xfrm>
        </p:spPr>
      </p:sp>
      <p:sp>
        <p:nvSpPr>
          <p:cNvPr id="3" name="Notes Placeholder 2">
            <a:extLst>
              <a:ext uri="{FF2B5EF4-FFF2-40B4-BE49-F238E27FC236}">
                <a16:creationId xmlns:a16="http://schemas.microsoft.com/office/drawing/2014/main" id="{9FC16409-77B7-77B5-1376-498F8F255D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1D53CB-6CB9-3600-54B2-EF44BC45998C}"/>
              </a:ext>
            </a:extLst>
          </p:cNvPr>
          <p:cNvSpPr>
            <a:spLocks noGrp="1"/>
          </p:cNvSpPr>
          <p:nvPr>
            <p:ph type="sldNum" sz="quarter" idx="10"/>
          </p:nvPr>
        </p:nvSpPr>
        <p:spPr/>
        <p:txBody>
          <a:bodyPr/>
          <a:lstStyle/>
          <a:p>
            <a:pPr>
              <a:defRPr/>
            </a:pPr>
            <a:fld id="{D76B813D-8CED-4BFF-AF0D-24C1FB796A6A}" type="slidenum">
              <a:rPr lang="en-US" altLang="en-US" smtClean="0"/>
              <a:pPr>
                <a:defRPr/>
              </a:pPr>
              <a:t>10</a:t>
            </a:fld>
            <a:endParaRPr lang="en-US" altLang="en-US"/>
          </a:p>
        </p:txBody>
      </p:sp>
    </p:spTree>
    <p:extLst>
      <p:ext uri="{BB962C8B-B14F-4D97-AF65-F5344CB8AC3E}">
        <p14:creationId xmlns:p14="http://schemas.microsoft.com/office/powerpoint/2010/main" val="32831857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 name="Line 4"/>
          <p:cNvSpPr>
            <a:spLocks noChangeShapeType="1"/>
          </p:cNvSpPr>
          <p:nvPr/>
        </p:nvSpPr>
        <p:spPr bwMode="auto">
          <a:xfrm>
            <a:off x="914400" y="3048000"/>
            <a:ext cx="10566400" cy="0"/>
          </a:xfrm>
          <a:prstGeom prst="line">
            <a:avLst/>
          </a:prstGeom>
          <a:noFill/>
          <a:ln w="9525">
            <a:solidFill>
              <a:srgbClr val="9A9A9A"/>
            </a:solidFill>
            <a:round/>
            <a:headEnd/>
            <a:tailEnd/>
          </a:ln>
          <a:extLst>
            <a:ext uri="{909E8E84-426E-40DD-AFC4-6F175D3DCCD1}">
              <a14:hiddenFill xmlns:a14="http://schemas.microsoft.com/office/drawing/2010/main">
                <a:noFill/>
              </a14:hiddenFill>
            </a:ext>
          </a:extLst>
        </p:spPr>
        <p:txBody>
          <a:bodyPr/>
          <a:lstStyle/>
          <a:p>
            <a:endParaRPr lang="en-US" sz="600"/>
          </a:p>
        </p:txBody>
      </p:sp>
      <p:sp>
        <p:nvSpPr>
          <p:cNvPr id="103427" name="Rectangle 3"/>
          <p:cNvSpPr>
            <a:spLocks noGrp="1" noChangeArrowheads="1"/>
          </p:cNvSpPr>
          <p:nvPr>
            <p:ph type="ctrTitle" sz="quarter"/>
          </p:nvPr>
        </p:nvSpPr>
        <p:spPr>
          <a:xfrm>
            <a:off x="914400" y="3276600"/>
            <a:ext cx="10261600" cy="762000"/>
          </a:xfrm>
          <a:prstGeom prst="rect">
            <a:avLst/>
          </a:prstGeom>
        </p:spPr>
        <p:txBody>
          <a:bodyPr/>
          <a:lstStyle>
            <a:lvl1pPr>
              <a:defRPr sz="1950" b="0">
                <a:solidFill>
                  <a:schemeClr val="tx2"/>
                </a:solidFill>
                <a:latin typeface="Arial" panose="020B0604020202020204" pitchFamily="34" charset="0"/>
                <a:cs typeface="Arial" panose="020B0604020202020204" pitchFamily="34" charset="0"/>
              </a:defRPr>
            </a:lvl1pPr>
          </a:lstStyle>
          <a:p>
            <a:r>
              <a:rPr lang="en-US"/>
              <a:t>Click to edit Master title style</a:t>
            </a:r>
          </a:p>
        </p:txBody>
      </p:sp>
      <p:sp>
        <p:nvSpPr>
          <p:cNvPr id="7" name="Rectangle 3"/>
          <p:cNvSpPr>
            <a:spLocks noChangeArrowheads="1"/>
          </p:cNvSpPr>
          <p:nvPr userDrawn="1"/>
        </p:nvSpPr>
        <p:spPr bwMode="auto">
          <a:xfrm>
            <a:off x="508000" y="6518275"/>
            <a:ext cx="1160331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800">
                <a:solidFill>
                  <a:srgbClr val="003366"/>
                </a:solidFill>
                <a:latin typeface="Arial" pitchFamily="34" charset="0"/>
                <a:cs typeface="Arial" pitchFamily="34" charset="0"/>
              </a:defRPr>
            </a:lvl1pPr>
            <a:lvl2pPr marL="742950" indent="-285750" eaLnBrk="0" hangingPunct="0">
              <a:defRPr sz="800">
                <a:solidFill>
                  <a:srgbClr val="003366"/>
                </a:solidFill>
                <a:latin typeface="Arial" pitchFamily="34" charset="0"/>
                <a:cs typeface="Arial" pitchFamily="34" charset="0"/>
              </a:defRPr>
            </a:lvl2pPr>
            <a:lvl3pPr marL="1143000" indent="-228600" eaLnBrk="0" hangingPunct="0">
              <a:defRPr sz="800">
                <a:solidFill>
                  <a:srgbClr val="003366"/>
                </a:solidFill>
                <a:latin typeface="Arial" pitchFamily="34" charset="0"/>
                <a:cs typeface="Arial" pitchFamily="34" charset="0"/>
              </a:defRPr>
            </a:lvl3pPr>
            <a:lvl4pPr marL="1600200" indent="-228600" eaLnBrk="0" hangingPunct="0">
              <a:defRPr sz="800">
                <a:solidFill>
                  <a:srgbClr val="003366"/>
                </a:solidFill>
                <a:latin typeface="Arial" pitchFamily="34" charset="0"/>
                <a:cs typeface="Arial" pitchFamily="34" charset="0"/>
              </a:defRPr>
            </a:lvl4pPr>
            <a:lvl5pPr marL="2057400" indent="-228600" eaLnBrk="0" hangingPunct="0">
              <a:defRPr sz="800">
                <a:solidFill>
                  <a:srgbClr val="003366"/>
                </a:solidFill>
                <a:latin typeface="Arial" pitchFamily="34" charset="0"/>
                <a:cs typeface="Arial" pitchFamily="34" charset="0"/>
              </a:defRPr>
            </a:lvl5pPr>
            <a:lvl6pPr marL="2514600" indent="-228600" eaLnBrk="0" fontAlgn="base" hangingPunct="0">
              <a:spcBef>
                <a:spcPct val="0"/>
              </a:spcBef>
              <a:spcAft>
                <a:spcPct val="0"/>
              </a:spcAft>
              <a:defRPr sz="800">
                <a:solidFill>
                  <a:srgbClr val="003366"/>
                </a:solidFill>
                <a:latin typeface="Arial" pitchFamily="34" charset="0"/>
                <a:cs typeface="Arial" pitchFamily="34" charset="0"/>
              </a:defRPr>
            </a:lvl6pPr>
            <a:lvl7pPr marL="2971800" indent="-228600" eaLnBrk="0" fontAlgn="base" hangingPunct="0">
              <a:spcBef>
                <a:spcPct val="0"/>
              </a:spcBef>
              <a:spcAft>
                <a:spcPct val="0"/>
              </a:spcAft>
              <a:defRPr sz="800">
                <a:solidFill>
                  <a:srgbClr val="003366"/>
                </a:solidFill>
                <a:latin typeface="Arial" pitchFamily="34" charset="0"/>
                <a:cs typeface="Arial" pitchFamily="34" charset="0"/>
              </a:defRPr>
            </a:lvl7pPr>
            <a:lvl8pPr marL="3429000" indent="-228600" eaLnBrk="0" fontAlgn="base" hangingPunct="0">
              <a:spcBef>
                <a:spcPct val="0"/>
              </a:spcBef>
              <a:spcAft>
                <a:spcPct val="0"/>
              </a:spcAft>
              <a:defRPr sz="800">
                <a:solidFill>
                  <a:srgbClr val="003366"/>
                </a:solidFill>
                <a:latin typeface="Arial" pitchFamily="34" charset="0"/>
                <a:cs typeface="Arial" pitchFamily="34" charset="0"/>
              </a:defRPr>
            </a:lvl8pPr>
            <a:lvl9pPr marL="3886200" indent="-228600" eaLnBrk="0" fontAlgn="base" hangingPunct="0">
              <a:spcBef>
                <a:spcPct val="0"/>
              </a:spcBef>
              <a:spcAft>
                <a:spcPct val="0"/>
              </a:spcAft>
              <a:defRPr sz="800">
                <a:solidFill>
                  <a:srgbClr val="003366"/>
                </a:solidFill>
                <a:latin typeface="Arial" pitchFamily="34" charset="0"/>
                <a:cs typeface="Arial" pitchFamily="34" charset="0"/>
              </a:defRPr>
            </a:lvl9pPr>
          </a:lstStyle>
          <a:p>
            <a:r>
              <a:rPr lang="en-US" altLang="en-US" sz="600">
                <a:solidFill>
                  <a:srgbClr val="424456"/>
                </a:solidFill>
                <a:latin typeface="Century Gothic" panose="020B0502020202020204" pitchFamily="34" charset="0"/>
              </a:rPr>
              <a:t>© Bayview Asset Management, LLC.  All Rights Reserved.	</a:t>
            </a:r>
            <a:r>
              <a:rPr lang="en-US" altLang="en-US" sz="600" baseline="0">
                <a:solidFill>
                  <a:srgbClr val="424456"/>
                </a:solidFill>
                <a:latin typeface="Century Gothic" panose="020B0502020202020204" pitchFamily="34" charset="0"/>
              </a:rPr>
              <a:t>              			     </a:t>
            </a:r>
            <a:r>
              <a:rPr lang="en-US" altLang="en-US" sz="600">
                <a:solidFill>
                  <a:srgbClr val="424456"/>
                </a:solidFill>
                <a:latin typeface="Century Gothic" panose="020B0502020202020204" pitchFamily="34" charset="0"/>
              </a:rPr>
              <a:t>CONFIDENTIAL			</a:t>
            </a:r>
            <a:r>
              <a:rPr lang="en-US" altLang="en-US" sz="600" baseline="0">
                <a:solidFill>
                  <a:srgbClr val="424456"/>
                </a:solidFill>
                <a:latin typeface="Century Gothic" panose="020B0502020202020204" pitchFamily="34" charset="0"/>
              </a:rPr>
              <a:t>          		                               </a:t>
            </a:r>
            <a:fld id="{0AD735B9-CEC7-4AFC-8728-2EEEC1333C4B}" type="slidenum">
              <a:rPr lang="en-US" altLang="en-US" sz="600" smtClean="0">
                <a:solidFill>
                  <a:srgbClr val="424456"/>
                </a:solidFill>
                <a:latin typeface="Century Gothic" panose="020B0502020202020204" pitchFamily="34" charset="0"/>
              </a:rPr>
              <a:t>‹#›</a:t>
            </a:fld>
            <a:endParaRPr lang="en-US" altLang="en-US" sz="600">
              <a:solidFill>
                <a:srgbClr val="424456"/>
              </a:solidFill>
              <a:latin typeface="Century Gothic" panose="020B0502020202020204" pitchFamily="34" charset="0"/>
            </a:endParaRPr>
          </a:p>
        </p:txBody>
      </p:sp>
      <p:pic>
        <p:nvPicPr>
          <p:cNvPr id="8" name="Picture 13" descr="BAM-logo.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9134" y="2193930"/>
            <a:ext cx="1846262"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26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buFont typeface="Wingdings" pitchFamily="2" charset="2"/>
              <a:buChar char="§"/>
              <a:defRPr>
                <a:latin typeface="Arial" panose="020B0604020202020204" pitchFamily="34" charset="0"/>
                <a:cs typeface="Arial" panose="020B0604020202020204" pitchFamily="34" charset="0"/>
              </a:defRPr>
            </a:lvl1pPr>
            <a:lvl2pPr marL="342900" indent="-171450">
              <a:tabLst/>
              <a:defRPr>
                <a:latin typeface="Arial" panose="020B0604020202020204" pitchFamily="34" charset="0"/>
                <a:cs typeface="Arial" panose="020B0604020202020204" pitchFamily="34" charset="0"/>
              </a:defRPr>
            </a:lvl2pPr>
            <a:lvl3pPr marL="600075" indent="-171450">
              <a:tabLst/>
              <a:defRPr>
                <a:latin typeface="Arial" panose="020B0604020202020204" pitchFamily="34" charset="0"/>
                <a:cs typeface="Arial" panose="020B0604020202020204" pitchFamily="34" charset="0"/>
              </a:defRPr>
            </a:lvl3pPr>
            <a:lvl4pPr marL="857250" indent="-171450">
              <a:tabLst/>
              <a:defRPr b="0">
                <a:latin typeface="Arial" panose="020B0604020202020204" pitchFamily="34" charset="0"/>
                <a:cs typeface="Arial" panose="020B0604020202020204" pitchFamily="34" charset="0"/>
              </a:defRPr>
            </a:lvl4pPr>
            <a:lvl5pPr marL="1114425" indent="-171450">
              <a:tabLst/>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title"/>
          </p:nvPr>
        </p:nvSpPr>
        <p:spPr bwMode="auto">
          <a:xfrm>
            <a:off x="487680" y="91440"/>
            <a:ext cx="11074400" cy="64008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extLst>
      <p:ext uri="{BB962C8B-B14F-4D97-AF65-F5344CB8AC3E}">
        <p14:creationId xmlns:p14="http://schemas.microsoft.com/office/powerpoint/2010/main" val="3893305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0552" y="1087395"/>
            <a:ext cx="5393267" cy="5187899"/>
          </a:xfrm>
        </p:spPr>
        <p:txBody>
          <a:bodyPr/>
          <a:lstStyle>
            <a:lvl1pPr>
              <a:defRPr sz="1200">
                <a:latin typeface="Arial" panose="020B0604020202020204" pitchFamily="34" charset="0"/>
                <a:cs typeface="Arial" panose="020B0604020202020204" pitchFamily="34" charset="0"/>
              </a:defRPr>
            </a:lvl1pPr>
            <a:lvl2pPr>
              <a:defRPr sz="1050">
                <a:latin typeface="Arial" panose="020B0604020202020204" pitchFamily="34" charset="0"/>
                <a:cs typeface="Arial" panose="020B0604020202020204" pitchFamily="34" charset="0"/>
              </a:defRPr>
            </a:lvl2pPr>
            <a:lvl3pPr>
              <a:defRPr sz="900">
                <a:latin typeface="Arial" panose="020B0604020202020204" pitchFamily="34" charset="0"/>
                <a:cs typeface="Arial" panose="020B0604020202020204" pitchFamily="34" charset="0"/>
              </a:defRPr>
            </a:lvl3pPr>
            <a:lvl4pPr>
              <a:defRPr sz="825">
                <a:latin typeface="Arial" panose="020B0604020202020204" pitchFamily="34" charset="0"/>
                <a:cs typeface="Arial" panose="020B0604020202020204" pitchFamily="34" charset="0"/>
              </a:defRPr>
            </a:lvl4pPr>
            <a:lvl5pPr>
              <a:defRPr sz="788">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019" y="1087395"/>
            <a:ext cx="5395383" cy="5187899"/>
          </a:xfrm>
        </p:spPr>
        <p:txBody>
          <a:bodyPr/>
          <a:lstStyle>
            <a:lvl1pPr>
              <a:defRPr sz="1200">
                <a:latin typeface="Arial" panose="020B0604020202020204" pitchFamily="34" charset="0"/>
                <a:cs typeface="Arial" panose="020B0604020202020204" pitchFamily="34" charset="0"/>
              </a:defRPr>
            </a:lvl1pPr>
            <a:lvl2pPr>
              <a:defRPr sz="1050">
                <a:latin typeface="Arial" panose="020B0604020202020204" pitchFamily="34" charset="0"/>
                <a:cs typeface="Arial" panose="020B0604020202020204" pitchFamily="34" charset="0"/>
              </a:defRPr>
            </a:lvl2pPr>
            <a:lvl3pPr>
              <a:defRPr sz="900">
                <a:latin typeface="Arial" panose="020B0604020202020204" pitchFamily="34" charset="0"/>
                <a:cs typeface="Arial" panose="020B0604020202020204" pitchFamily="34" charset="0"/>
              </a:defRPr>
            </a:lvl3pPr>
            <a:lvl4pPr>
              <a:defRPr sz="825">
                <a:latin typeface="Arial" panose="020B0604020202020204" pitchFamily="34" charset="0"/>
                <a:cs typeface="Arial" panose="020B0604020202020204" pitchFamily="34" charset="0"/>
              </a:defRPr>
            </a:lvl4pPr>
            <a:lvl5pPr>
              <a:defRPr sz="788">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title"/>
          </p:nvPr>
        </p:nvSpPr>
        <p:spPr bwMode="auto">
          <a:xfrm>
            <a:off x="487680" y="91440"/>
            <a:ext cx="11074400" cy="64008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extLst>
      <p:ext uri="{BB962C8B-B14F-4D97-AF65-F5344CB8AC3E}">
        <p14:creationId xmlns:p14="http://schemas.microsoft.com/office/powerpoint/2010/main" val="2229511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2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590552" y="1210963"/>
            <a:ext cx="5393267" cy="5055369"/>
          </a:xfrm>
        </p:spPr>
        <p:txBody>
          <a:bodyPr/>
          <a:lstStyle>
            <a:lvl1pPr>
              <a:defRPr>
                <a:latin typeface="HelveticaNeueLT Pro 55 Roman" pitchFamily="34" charset="0"/>
              </a:defRPr>
            </a:lvl1pPr>
            <a:lvl2pPr>
              <a:defRPr>
                <a:solidFill>
                  <a:schemeClr val="bg1">
                    <a:lumMod val="50000"/>
                  </a:schemeClr>
                </a:solidFill>
                <a:latin typeface="HelveticaNeueLT Pro 55 Roman" pitchFamily="34" charset="0"/>
              </a:defRPr>
            </a:lvl2pPr>
            <a:lvl3pPr>
              <a:defRPr>
                <a:solidFill>
                  <a:schemeClr val="bg1">
                    <a:lumMod val="50000"/>
                  </a:schemeClr>
                </a:solidFill>
                <a:latin typeface="HelveticaNeueLT Pro 55 Roman" pitchFamily="34" charset="0"/>
              </a:defRPr>
            </a:lvl3pPr>
            <a:lvl4pPr>
              <a:defRPr>
                <a:solidFill>
                  <a:schemeClr val="bg1">
                    <a:lumMod val="50000"/>
                  </a:schemeClr>
                </a:solidFill>
                <a:latin typeface="HelveticaNeueLT Pro 55 Roman" pitchFamily="34" charset="0"/>
              </a:defRPr>
            </a:lvl4pPr>
            <a:lvl5pPr>
              <a:defRPr>
                <a:solidFill>
                  <a:schemeClr val="bg1">
                    <a:lumMod val="50000"/>
                  </a:schemeClr>
                </a:solidFill>
                <a:latin typeface="HelveticaNeueLT Pro 55 Roman"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87037" y="1210962"/>
            <a:ext cx="5395383" cy="224790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87019" y="3599935"/>
            <a:ext cx="5395383" cy="2666396"/>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title"/>
          </p:nvPr>
        </p:nvSpPr>
        <p:spPr bwMode="auto">
          <a:xfrm>
            <a:off x="487680" y="91440"/>
            <a:ext cx="11074400" cy="64008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extLst>
      <p:ext uri="{BB962C8B-B14F-4D97-AF65-F5344CB8AC3E}">
        <p14:creationId xmlns:p14="http://schemas.microsoft.com/office/powerpoint/2010/main" val="493538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590552" y="1194486"/>
            <a:ext cx="5393267" cy="4901514"/>
          </a:xfrm>
        </p:spPr>
        <p:txBody>
          <a:bodyPr/>
          <a:lstStyle>
            <a:lvl1pPr>
              <a:defRPr>
                <a:latin typeface="HelveticaNeueLT Pro 55 Roman" pitchFamily="34" charset="0"/>
              </a:defRPr>
            </a:lvl1pPr>
            <a:lvl2pPr>
              <a:defRPr>
                <a:latin typeface="HelveticaNeueLT Pro 55 Roman" pitchFamily="34" charset="0"/>
              </a:defRPr>
            </a:lvl2pPr>
            <a:lvl3pPr>
              <a:defRPr>
                <a:latin typeface="HelveticaNeueLT Pro 55 Roman" pitchFamily="34" charset="0"/>
              </a:defRPr>
            </a:lvl3pPr>
            <a:lvl4pPr>
              <a:defRPr>
                <a:latin typeface="HelveticaNeueLT Pro 55 Roman" pitchFamily="34" charset="0"/>
              </a:defRPr>
            </a:lvl4pPr>
            <a:lvl5pPr>
              <a:defRPr>
                <a:latin typeface="HelveticaNeueLT Pro 55 Roman"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019" y="1194486"/>
            <a:ext cx="5395383" cy="4901514"/>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title"/>
          </p:nvPr>
        </p:nvSpPr>
        <p:spPr bwMode="auto">
          <a:xfrm>
            <a:off x="487680" y="91440"/>
            <a:ext cx="11074400" cy="64008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extLst>
      <p:ext uri="{BB962C8B-B14F-4D97-AF65-F5344CB8AC3E}">
        <p14:creationId xmlns:p14="http://schemas.microsoft.com/office/powerpoint/2010/main" val="55950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body" idx="1"/>
          </p:nvPr>
        </p:nvSpPr>
        <p:spPr bwMode="auto">
          <a:xfrm>
            <a:off x="590552" y="1169773"/>
            <a:ext cx="10991849" cy="4926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 name="Line 8"/>
          <p:cNvSpPr>
            <a:spLocks noChangeShapeType="1"/>
          </p:cNvSpPr>
          <p:nvPr userDrawn="1"/>
        </p:nvSpPr>
        <p:spPr bwMode="auto">
          <a:xfrm>
            <a:off x="508000" y="822960"/>
            <a:ext cx="11074400" cy="0"/>
          </a:xfrm>
          <a:prstGeom prst="line">
            <a:avLst/>
          </a:prstGeom>
          <a:noFill/>
          <a:ln w="12700" algn="ctr">
            <a:solidFill>
              <a:srgbClr val="004E84"/>
            </a:solidFill>
            <a:round/>
            <a:headEnd/>
            <a:tailEnd/>
          </a:ln>
          <a:extLst>
            <a:ext uri="{909E8E84-426E-40DD-AFC4-6F175D3DCCD1}">
              <a14:hiddenFill xmlns:a14="http://schemas.microsoft.com/office/drawing/2010/main">
                <a:noFill/>
              </a14:hiddenFill>
            </a:ext>
          </a:extLst>
        </p:spPr>
        <p:txBody>
          <a:bodyPr/>
          <a:lstStyle/>
          <a:p>
            <a:endParaRPr lang="en-US" sz="600"/>
          </a:p>
        </p:txBody>
      </p:sp>
      <p:sp>
        <p:nvSpPr>
          <p:cNvPr id="13" name="Rectangle 5"/>
          <p:cNvSpPr>
            <a:spLocks noGrp="1" noChangeArrowheads="1"/>
          </p:cNvSpPr>
          <p:nvPr>
            <p:ph type="title"/>
          </p:nvPr>
        </p:nvSpPr>
        <p:spPr bwMode="auto">
          <a:xfrm>
            <a:off x="487680" y="91440"/>
            <a:ext cx="11074400" cy="64008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7" name="Rectangle 3"/>
          <p:cNvSpPr>
            <a:spLocks noChangeArrowheads="1"/>
          </p:cNvSpPr>
          <p:nvPr userDrawn="1"/>
        </p:nvSpPr>
        <p:spPr bwMode="auto">
          <a:xfrm>
            <a:off x="508000" y="6518275"/>
            <a:ext cx="1133437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800">
                <a:solidFill>
                  <a:srgbClr val="003366"/>
                </a:solidFill>
                <a:latin typeface="Arial" pitchFamily="34" charset="0"/>
                <a:cs typeface="Arial" pitchFamily="34" charset="0"/>
              </a:defRPr>
            </a:lvl1pPr>
            <a:lvl2pPr marL="742950" indent="-285750" eaLnBrk="0" hangingPunct="0">
              <a:defRPr sz="800">
                <a:solidFill>
                  <a:srgbClr val="003366"/>
                </a:solidFill>
                <a:latin typeface="Arial" pitchFamily="34" charset="0"/>
                <a:cs typeface="Arial" pitchFamily="34" charset="0"/>
              </a:defRPr>
            </a:lvl2pPr>
            <a:lvl3pPr marL="1143000" indent="-228600" eaLnBrk="0" hangingPunct="0">
              <a:defRPr sz="800">
                <a:solidFill>
                  <a:srgbClr val="003366"/>
                </a:solidFill>
                <a:latin typeface="Arial" pitchFamily="34" charset="0"/>
                <a:cs typeface="Arial" pitchFamily="34" charset="0"/>
              </a:defRPr>
            </a:lvl3pPr>
            <a:lvl4pPr marL="1600200" indent="-228600" eaLnBrk="0" hangingPunct="0">
              <a:defRPr sz="800">
                <a:solidFill>
                  <a:srgbClr val="003366"/>
                </a:solidFill>
                <a:latin typeface="Arial" pitchFamily="34" charset="0"/>
                <a:cs typeface="Arial" pitchFamily="34" charset="0"/>
              </a:defRPr>
            </a:lvl4pPr>
            <a:lvl5pPr marL="2057400" indent="-228600" eaLnBrk="0" hangingPunct="0">
              <a:defRPr sz="800">
                <a:solidFill>
                  <a:srgbClr val="003366"/>
                </a:solidFill>
                <a:latin typeface="Arial" pitchFamily="34" charset="0"/>
                <a:cs typeface="Arial" pitchFamily="34" charset="0"/>
              </a:defRPr>
            </a:lvl5pPr>
            <a:lvl6pPr marL="2514600" indent="-228600" eaLnBrk="0" fontAlgn="base" hangingPunct="0">
              <a:spcBef>
                <a:spcPct val="0"/>
              </a:spcBef>
              <a:spcAft>
                <a:spcPct val="0"/>
              </a:spcAft>
              <a:defRPr sz="800">
                <a:solidFill>
                  <a:srgbClr val="003366"/>
                </a:solidFill>
                <a:latin typeface="Arial" pitchFamily="34" charset="0"/>
                <a:cs typeface="Arial" pitchFamily="34" charset="0"/>
              </a:defRPr>
            </a:lvl6pPr>
            <a:lvl7pPr marL="2971800" indent="-228600" eaLnBrk="0" fontAlgn="base" hangingPunct="0">
              <a:spcBef>
                <a:spcPct val="0"/>
              </a:spcBef>
              <a:spcAft>
                <a:spcPct val="0"/>
              </a:spcAft>
              <a:defRPr sz="800">
                <a:solidFill>
                  <a:srgbClr val="003366"/>
                </a:solidFill>
                <a:latin typeface="Arial" pitchFamily="34" charset="0"/>
                <a:cs typeface="Arial" pitchFamily="34" charset="0"/>
              </a:defRPr>
            </a:lvl7pPr>
            <a:lvl8pPr marL="3429000" indent="-228600" eaLnBrk="0" fontAlgn="base" hangingPunct="0">
              <a:spcBef>
                <a:spcPct val="0"/>
              </a:spcBef>
              <a:spcAft>
                <a:spcPct val="0"/>
              </a:spcAft>
              <a:defRPr sz="800">
                <a:solidFill>
                  <a:srgbClr val="003366"/>
                </a:solidFill>
                <a:latin typeface="Arial" pitchFamily="34" charset="0"/>
                <a:cs typeface="Arial" pitchFamily="34" charset="0"/>
              </a:defRPr>
            </a:lvl8pPr>
            <a:lvl9pPr marL="3886200" indent="-228600" eaLnBrk="0" fontAlgn="base" hangingPunct="0">
              <a:spcBef>
                <a:spcPct val="0"/>
              </a:spcBef>
              <a:spcAft>
                <a:spcPct val="0"/>
              </a:spcAft>
              <a:defRPr sz="800">
                <a:solidFill>
                  <a:srgbClr val="003366"/>
                </a:solidFill>
                <a:latin typeface="Arial" pitchFamily="34" charset="0"/>
                <a:cs typeface="Arial" pitchFamily="34" charset="0"/>
              </a:defRPr>
            </a:lvl9pPr>
          </a:lstStyle>
          <a:p>
            <a:r>
              <a:rPr lang="en-US" altLang="en-US" sz="600">
                <a:solidFill>
                  <a:srgbClr val="424456"/>
                </a:solidFill>
                <a:latin typeface="Century Gothic" panose="020B0502020202020204" pitchFamily="34" charset="0"/>
              </a:rPr>
              <a:t>© Bayview Asset Management, LLC.  All Rights Reserved.	</a:t>
            </a:r>
            <a:r>
              <a:rPr lang="en-US" altLang="en-US" sz="600" baseline="0">
                <a:solidFill>
                  <a:srgbClr val="424456"/>
                </a:solidFill>
                <a:latin typeface="Century Gothic" panose="020B0502020202020204" pitchFamily="34" charset="0"/>
              </a:rPr>
              <a:t>              			     </a:t>
            </a:r>
            <a:r>
              <a:rPr lang="en-US" altLang="en-US" sz="600">
                <a:solidFill>
                  <a:srgbClr val="424456"/>
                </a:solidFill>
                <a:latin typeface="Century Gothic" panose="020B0502020202020204" pitchFamily="34" charset="0"/>
              </a:rPr>
              <a:t>CONFIDENTIAL			</a:t>
            </a:r>
            <a:r>
              <a:rPr lang="en-US" altLang="en-US" sz="600" baseline="0">
                <a:solidFill>
                  <a:srgbClr val="424456"/>
                </a:solidFill>
                <a:latin typeface="Century Gothic" panose="020B0502020202020204" pitchFamily="34" charset="0"/>
              </a:rPr>
              <a:t>          		                                      </a:t>
            </a:r>
            <a:fld id="{0AD735B9-CEC7-4AFC-8728-2EEEC1333C4B}" type="slidenum">
              <a:rPr lang="en-US" altLang="en-US" sz="600" smtClean="0">
                <a:solidFill>
                  <a:srgbClr val="424456"/>
                </a:solidFill>
                <a:latin typeface="Century Gothic" panose="020B0502020202020204" pitchFamily="34" charset="0"/>
              </a:rPr>
              <a:t>‹#›</a:t>
            </a:fld>
            <a:endParaRPr lang="en-US" altLang="en-US" sz="600">
              <a:solidFill>
                <a:srgbClr val="424456"/>
              </a:solidFill>
              <a:latin typeface="Century Gothic" panose="020B0502020202020204" pitchFamily="34" charset="0"/>
            </a:endParaRPr>
          </a:p>
        </p:txBody>
      </p:sp>
      <p:pic>
        <p:nvPicPr>
          <p:cNvPr id="8" name="Picture 13" descr="BAM-logo.png"/>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401801" y="244381"/>
            <a:ext cx="11816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2" r:id="rId1"/>
    <p:sldLayoutId id="2147484098" r:id="rId2"/>
    <p:sldLayoutId id="2147484099" r:id="rId3"/>
    <p:sldLayoutId id="2147484100" r:id="rId4"/>
    <p:sldLayoutId id="2147484101" r:id="rId5"/>
  </p:sldLayoutIdLst>
  <p:hf hdr="0" ftr="0" dt="0"/>
  <p:txStyles>
    <p:titleStyle>
      <a:lvl1pPr algn="l" rtl="0" eaLnBrk="0" fontAlgn="base" hangingPunct="0">
        <a:spcBef>
          <a:spcPct val="0"/>
        </a:spcBef>
        <a:spcAft>
          <a:spcPct val="0"/>
        </a:spcAft>
        <a:defRPr sz="2000">
          <a:solidFill>
            <a:srgbClr val="003D69"/>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p:titleStyle>
    <p:bodyStyle>
      <a:lvl1pPr marL="228600" indent="-228600" algn="l" rtl="0" eaLnBrk="0" fontAlgn="base" hangingPunct="0">
        <a:spcBef>
          <a:spcPct val="40000"/>
        </a:spcBef>
        <a:spcAft>
          <a:spcPct val="0"/>
        </a:spcAft>
        <a:buFont typeface="Wingdings" panose="05000000000000000000" pitchFamily="2" charset="2"/>
        <a:buChar char="§"/>
        <a:defRPr sz="1600">
          <a:solidFill>
            <a:srgbClr val="000000"/>
          </a:solidFill>
          <a:latin typeface="HelveticaNeueLT Pro 55 Roman" pitchFamily="34" charset="0"/>
          <a:ea typeface="+mn-ea"/>
          <a:cs typeface="+mn-cs"/>
        </a:defRPr>
      </a:lvl1pPr>
      <a:lvl2pPr marL="457200" indent="-228600" algn="l" rtl="0" eaLnBrk="0" fontAlgn="base" hangingPunct="0">
        <a:spcBef>
          <a:spcPct val="40000"/>
        </a:spcBef>
        <a:spcAft>
          <a:spcPct val="0"/>
        </a:spcAft>
        <a:buClr>
          <a:srgbClr val="7F7F7F"/>
        </a:buClr>
        <a:buFont typeface="Wingdings" panose="05000000000000000000" pitchFamily="2" charset="2"/>
        <a:buChar char="§"/>
        <a:defRPr sz="1400">
          <a:solidFill>
            <a:srgbClr val="7F7F7F"/>
          </a:solidFill>
          <a:latin typeface="HelveticaNeueLT Pro 55 Roman" pitchFamily="34" charset="0"/>
        </a:defRPr>
      </a:lvl2pPr>
      <a:lvl3pPr marL="800100" indent="-228600" algn="l" rtl="0" eaLnBrk="0" fontAlgn="base" hangingPunct="0">
        <a:spcBef>
          <a:spcPct val="40000"/>
        </a:spcBef>
        <a:spcAft>
          <a:spcPct val="0"/>
        </a:spcAft>
        <a:buClr>
          <a:srgbClr val="7F7F7F"/>
        </a:buClr>
        <a:buFont typeface="Wingdings" panose="05000000000000000000" pitchFamily="2" charset="2"/>
        <a:buChar char="§"/>
        <a:defRPr sz="1200">
          <a:solidFill>
            <a:srgbClr val="7F7F7F"/>
          </a:solidFill>
          <a:latin typeface="HelveticaNeueLT Pro 55 Roman" pitchFamily="34" charset="0"/>
        </a:defRPr>
      </a:lvl3pPr>
      <a:lvl4pPr marL="1143000" indent="-228600" algn="l" rtl="0" eaLnBrk="0" fontAlgn="base" hangingPunct="0">
        <a:spcBef>
          <a:spcPct val="40000"/>
        </a:spcBef>
        <a:spcAft>
          <a:spcPct val="0"/>
        </a:spcAft>
        <a:buClr>
          <a:srgbClr val="7F7F7F"/>
        </a:buClr>
        <a:buFont typeface="Wingdings" panose="05000000000000000000" pitchFamily="2" charset="2"/>
        <a:buChar char="§"/>
        <a:defRPr sz="1000">
          <a:solidFill>
            <a:srgbClr val="7F7F7F"/>
          </a:solidFill>
          <a:latin typeface="HelveticaNeueLT Pro 55 Roman" pitchFamily="34" charset="0"/>
        </a:defRPr>
      </a:lvl4pPr>
      <a:lvl5pPr marL="1485900" indent="-228600" algn="just" rtl="0" eaLnBrk="0" fontAlgn="base" hangingPunct="0">
        <a:spcBef>
          <a:spcPct val="40000"/>
        </a:spcBef>
        <a:spcAft>
          <a:spcPct val="0"/>
        </a:spcAft>
        <a:buClr>
          <a:srgbClr val="7F7F7F"/>
        </a:buClr>
        <a:buFont typeface="Wingdings" panose="05000000000000000000" pitchFamily="2" charset="2"/>
        <a:buChar char="§"/>
        <a:defRPr sz="1000">
          <a:solidFill>
            <a:srgbClr val="7F7F7F"/>
          </a:solidFill>
          <a:latin typeface="HelveticaNeueLT Pro 55 Roman" pitchFamily="34" charset="0"/>
        </a:defRPr>
      </a:lvl5pPr>
      <a:lvl6pPr marL="2114550" indent="-228600" algn="just" rtl="0" fontAlgn="base">
        <a:spcBef>
          <a:spcPct val="40000"/>
        </a:spcBef>
        <a:spcAft>
          <a:spcPct val="0"/>
        </a:spcAft>
        <a:buClr>
          <a:schemeClr val="folHlink"/>
        </a:buClr>
        <a:buFont typeface="Wingdings" pitchFamily="2" charset="2"/>
        <a:tabLst>
          <a:tab pos="457200" algn="l"/>
        </a:tabLst>
        <a:defRPr sz="1600">
          <a:solidFill>
            <a:schemeClr val="bg2"/>
          </a:solidFill>
          <a:latin typeface="+mn-lt"/>
        </a:defRPr>
      </a:lvl6pPr>
      <a:lvl7pPr marL="2571750" indent="-228600" algn="just" rtl="0" fontAlgn="base">
        <a:spcBef>
          <a:spcPct val="40000"/>
        </a:spcBef>
        <a:spcAft>
          <a:spcPct val="0"/>
        </a:spcAft>
        <a:buClr>
          <a:schemeClr val="folHlink"/>
        </a:buClr>
        <a:buFont typeface="Wingdings" pitchFamily="2" charset="2"/>
        <a:tabLst>
          <a:tab pos="457200" algn="l"/>
        </a:tabLst>
        <a:defRPr sz="1600">
          <a:solidFill>
            <a:schemeClr val="bg2"/>
          </a:solidFill>
          <a:latin typeface="+mn-lt"/>
        </a:defRPr>
      </a:lvl7pPr>
      <a:lvl8pPr marL="3028950" indent="-228600" algn="just" rtl="0" fontAlgn="base">
        <a:spcBef>
          <a:spcPct val="40000"/>
        </a:spcBef>
        <a:spcAft>
          <a:spcPct val="0"/>
        </a:spcAft>
        <a:buClr>
          <a:schemeClr val="folHlink"/>
        </a:buClr>
        <a:buFont typeface="Wingdings" pitchFamily="2" charset="2"/>
        <a:tabLst>
          <a:tab pos="457200" algn="l"/>
        </a:tabLst>
        <a:defRPr sz="1600">
          <a:solidFill>
            <a:schemeClr val="bg2"/>
          </a:solidFill>
          <a:latin typeface="+mn-lt"/>
        </a:defRPr>
      </a:lvl8pPr>
      <a:lvl9pPr marL="3486150" indent="-228600" algn="just" rtl="0" fontAlgn="base">
        <a:spcBef>
          <a:spcPct val="40000"/>
        </a:spcBef>
        <a:spcAft>
          <a:spcPct val="0"/>
        </a:spcAft>
        <a:buClr>
          <a:schemeClr val="folHlink"/>
        </a:buClr>
        <a:buFont typeface="Wingdings" pitchFamily="2" charset="2"/>
        <a:tabLst>
          <a:tab pos="457200" algn="l"/>
        </a:tabLst>
        <a:defRPr sz="1600">
          <a:solidFill>
            <a:schemeClr val="bg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rakonix.systems/"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hyperlink" Target="https://bayview0.sharepoint.com/sites/ApplicationSecurity/" TargetMode="External"/><Relationship Id="rId4" Type="http://schemas.openxmlformats.org/officeDocument/2006/relationships/hyperlink" Target="https://github.com/Mermaid-Chart/vscode-mermaid-char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s://bayview0.sharepoint.com/sites/ApplicationSecurity/SitePages/Wiz-Dev-Quick-Start-Guide.aspx#what-about-incorrect-detections-or-unfixable-issues"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url.us.m.mimecastprotect.com/s/FefICXDw9qtm8yB0U6fMTWFTnB?domain=docs.stackhawk.com/"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hyperlink" Target="https://docs.stackhawk.com/ai-security/" TargetMode="External"/><Relationship Id="rId5" Type="http://schemas.openxmlformats.org/officeDocument/2006/relationships/hyperlink" Target="https://url.us.m.mimecastprotect.com/s/LtnMCZ6y9vtzkVP2fKi8TBQDe0?domain=github.com" TargetMode="External"/><Relationship Id="rId4" Type="http://schemas.openxmlformats.org/officeDocument/2006/relationships/hyperlink" Target="https://url.us.m.mimecastprotect.com/s/OqcwCYEx9ru5nJkOfGhYTx-N-d?domain=docs.stackhawk.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914400" y="3154166"/>
            <a:ext cx="10261600" cy="1315092"/>
          </a:xfrm>
        </p:spPr>
        <p:txBody>
          <a:bodyPr/>
          <a:lstStyle/>
          <a:p>
            <a:pPr algn="ctr"/>
            <a:r>
              <a:rPr lang="en-US" sz="2800" dirty="0">
                <a:latin typeface="Arial"/>
                <a:cs typeface="Arial"/>
              </a:rPr>
              <a:t>Information Security Risk &amp; Compliance (ISRC)</a:t>
            </a:r>
            <a:br>
              <a:rPr lang="en-US" sz="2800" dirty="0">
                <a:latin typeface="Arial"/>
                <a:cs typeface="Arial"/>
              </a:rPr>
            </a:br>
            <a:r>
              <a:rPr lang="en-US" sz="2400" b="1" dirty="0">
                <a:latin typeface="Arial"/>
                <a:cs typeface="Arial"/>
              </a:rPr>
              <a:t>StackHawk at Bayview</a:t>
            </a:r>
            <a:br>
              <a:rPr lang="en-US" sz="2400" dirty="0">
                <a:latin typeface="Arial"/>
                <a:cs typeface="Arial"/>
              </a:rPr>
            </a:br>
            <a:r>
              <a:rPr lang="en-US" sz="2400" dirty="0">
                <a:latin typeface="Arial"/>
                <a:cs typeface="Arial"/>
              </a:rPr>
              <a:t>Henry Post - May 2026</a:t>
            </a:r>
            <a:endParaRPr lang="en-US" sz="2800" dirty="0">
              <a:latin typeface="Arial"/>
              <a:cs typeface="Arial"/>
            </a:endParaRPr>
          </a:p>
        </p:txBody>
      </p:sp>
      <p:sp>
        <p:nvSpPr>
          <p:cNvPr id="3" name="TextBox 2"/>
          <p:cNvSpPr txBox="1"/>
          <p:nvPr/>
        </p:nvSpPr>
        <p:spPr>
          <a:xfrm>
            <a:off x="8515351" y="6505575"/>
            <a:ext cx="454819" cy="215444"/>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3296201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9A1AF-E252-4BA8-30A4-976EDEFC2333}"/>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E0808C00-1929-5C84-C1EA-20546BA30D6D}"/>
              </a:ext>
            </a:extLst>
          </p:cNvPr>
          <p:cNvSpPr>
            <a:spLocks noGrp="1"/>
          </p:cNvSpPr>
          <p:nvPr>
            <p:ph type="body" sz="half" idx="1"/>
          </p:nvPr>
        </p:nvSpPr>
        <p:spPr>
          <a:xfrm>
            <a:off x="457200" y="914400"/>
            <a:ext cx="6362700" cy="4691126"/>
          </a:xfrm>
        </p:spPr>
        <p:txBody>
          <a:bodyPr/>
          <a:lstStyle/>
          <a:p>
            <a:pPr marL="457200" indent="-457200" algn="l">
              <a:buAutoNum type="arabicPeriod"/>
            </a:pPr>
            <a:r>
              <a:rPr lang="en-US" altLang="en-US" sz="1800" dirty="0">
                <a:latin typeface="Arial" panose="020B0604020202020204" pitchFamily="34" charset="0"/>
                <a:cs typeface="Arial" panose="020B0604020202020204" pitchFamily="34" charset="0"/>
              </a:rPr>
              <a:t>Who are you?</a:t>
            </a:r>
          </a:p>
          <a:p>
            <a:pPr marL="685800" lvl="1" indent="-457200">
              <a:buAutoNum type="arabicPeriod"/>
            </a:pPr>
            <a:r>
              <a:rPr lang="en-US" altLang="en-US" sz="1200" dirty="0">
                <a:latin typeface="Arial" panose="020B0604020202020204" pitchFamily="34" charset="0"/>
                <a:cs typeface="Arial" panose="020B0604020202020204" pitchFamily="34" charset="0"/>
              </a:rPr>
              <a:t>Nice to meet you! I’m Henry Post. I lead AppSec and I’ve been at Bayview for 3 years, US Bank for 4 years previously. I love baking, cooking, fighting games, gardening, weightlifting, and am currently studying for the OSCP exam (hacking exam). I specialize in Application Security and penetration testing. My personal site is </a:t>
            </a:r>
            <a:r>
              <a:rPr lang="en-US" altLang="en-US" sz="1200" dirty="0">
                <a:latin typeface="Arial" panose="020B0604020202020204" pitchFamily="34" charset="0"/>
                <a:cs typeface="Arial" panose="020B0604020202020204" pitchFamily="34" charset="0"/>
                <a:hlinkClick r:id="rId3"/>
              </a:rPr>
              <a:t>https://drakonix.systems/</a:t>
            </a:r>
            <a:r>
              <a:rPr lang="en-US" altLang="en-US" sz="1200" dirty="0">
                <a:latin typeface="Arial" panose="020B0604020202020204" pitchFamily="34" charset="0"/>
                <a:cs typeface="Arial" panose="020B0604020202020204" pitchFamily="34" charset="0"/>
              </a:rPr>
              <a:t> if you’re curious about other projects I’ve worked on. I host some infra there for animal shelters.</a:t>
            </a:r>
          </a:p>
          <a:p>
            <a:pPr marL="457200" indent="-457200" algn="l">
              <a:buAutoNum type="arabicPeriod"/>
            </a:pPr>
            <a:r>
              <a:rPr lang="en-US" altLang="en-US" sz="1800" dirty="0">
                <a:latin typeface="Arial" panose="020B0604020202020204" pitchFamily="34" charset="0"/>
                <a:cs typeface="Arial" panose="020B0604020202020204" pitchFamily="34" charset="0"/>
              </a:rPr>
              <a:t>How did you generate your diagrams?</a:t>
            </a:r>
          </a:p>
          <a:p>
            <a:pPr marL="571500" lvl="1" indent="-342900">
              <a:buAutoNum type="arabicPeriod"/>
            </a:pPr>
            <a:r>
              <a:rPr lang="en-US" altLang="en-US" sz="1200" dirty="0">
                <a:latin typeface="Arial" panose="020B0604020202020204" pitchFamily="34" charset="0"/>
                <a:cs typeface="Arial" panose="020B0604020202020204" pitchFamily="34" charset="0"/>
              </a:rPr>
              <a:t>I use Mermaid to generate diagrams. If I could, I would use LaTeX or pure Markdown plus </a:t>
            </a:r>
            <a:r>
              <a:rPr lang="en-US" altLang="en-US" sz="1200" dirty="0" err="1">
                <a:latin typeface="Arial" panose="020B0604020202020204" pitchFamily="34" charset="0"/>
                <a:cs typeface="Arial" panose="020B0604020202020204" pitchFamily="34" charset="0"/>
              </a:rPr>
              <a:t>pandoc</a:t>
            </a:r>
            <a:r>
              <a:rPr lang="en-US" altLang="en-US" sz="1200" dirty="0">
                <a:latin typeface="Arial" panose="020B0604020202020204" pitchFamily="34" charset="0"/>
                <a:cs typeface="Arial" panose="020B0604020202020204" pitchFamily="34" charset="0"/>
              </a:rPr>
              <a:t> CLI for deterministic formatting for this entire PPTX.</a:t>
            </a:r>
          </a:p>
          <a:p>
            <a:pPr marL="914400" lvl="2" indent="-342900">
              <a:buAutoNum type="arabicPeriod"/>
            </a:pPr>
            <a:r>
              <a:rPr lang="en-US" altLang="en-US" sz="1400" dirty="0">
                <a:latin typeface="Arial" panose="020B0604020202020204" pitchFamily="34" charset="0"/>
                <a:cs typeface="Arial" panose="020B0604020202020204" pitchFamily="34" charset="0"/>
                <a:hlinkClick r:id="rId4"/>
              </a:rPr>
              <a:t>https://github.com/Mermaid-Chart/vscode-mermaid-chart</a:t>
            </a:r>
            <a:r>
              <a:rPr lang="en-US" altLang="en-US" sz="1400" dirty="0">
                <a:latin typeface="Arial" panose="020B0604020202020204" pitchFamily="34" charset="0"/>
                <a:cs typeface="Arial" panose="020B0604020202020204" pitchFamily="34" charset="0"/>
              </a:rPr>
              <a:t> </a:t>
            </a:r>
          </a:p>
          <a:p>
            <a:pPr marL="342900" indent="-342900">
              <a:buAutoNum type="arabicPeriod"/>
            </a:pPr>
            <a:r>
              <a:rPr lang="en-US" altLang="en-US" sz="1800" dirty="0">
                <a:latin typeface="Arial" panose="020B0604020202020204" pitchFamily="34" charset="0"/>
                <a:cs typeface="Arial" panose="020B0604020202020204" pitchFamily="34" charset="0"/>
              </a:rPr>
              <a:t>Are there guides related to AppSec?</a:t>
            </a:r>
          </a:p>
          <a:p>
            <a:pPr marL="571500" lvl="1" indent="-342900">
              <a:buAutoNum type="arabicPeriod"/>
            </a:pPr>
            <a:r>
              <a:rPr lang="en-US" altLang="en-US" sz="1200" dirty="0">
                <a:latin typeface="Arial" panose="020B0604020202020204" pitchFamily="34" charset="0"/>
                <a:cs typeface="Arial" panose="020B0604020202020204" pitchFamily="34" charset="0"/>
              </a:rPr>
              <a:t>Yes! There are many below.</a:t>
            </a:r>
          </a:p>
          <a:p>
            <a:pPr marL="914400" lvl="2" indent="-342900">
              <a:buAutoNum type="arabicPeriod"/>
            </a:pPr>
            <a:r>
              <a:rPr lang="en-US" altLang="en-US" sz="1400" dirty="0">
                <a:latin typeface="Arial" panose="020B0604020202020204" pitchFamily="34" charset="0"/>
                <a:cs typeface="Arial" panose="020B0604020202020204" pitchFamily="34" charset="0"/>
                <a:hlinkClick r:id="rId5"/>
              </a:rPr>
              <a:t>https://bayview0.sharepoint.com/sites/ApplicationSecurity</a:t>
            </a:r>
            <a:r>
              <a:rPr lang="en-US" altLang="en-US" sz="1400" dirty="0">
                <a:latin typeface="Arial" panose="020B0604020202020204" pitchFamily="34" charset="0"/>
                <a:cs typeface="Arial" panose="020B0604020202020204" pitchFamily="34" charset="0"/>
              </a:rPr>
              <a:t> </a:t>
            </a:r>
          </a:p>
          <a:p>
            <a:pPr marL="914400" lvl="2" indent="-342900">
              <a:buAutoNum type="arabicPeriod"/>
            </a:pPr>
            <a:endParaRPr lang="en-US" altLang="en-US" sz="1400" dirty="0">
              <a:latin typeface="Arial" panose="020B0604020202020204" pitchFamily="34" charset="0"/>
              <a:cs typeface="Arial" panose="020B0604020202020204" pitchFamily="34" charset="0"/>
            </a:endParaRPr>
          </a:p>
        </p:txBody>
      </p:sp>
      <p:sp>
        <p:nvSpPr>
          <p:cNvPr id="7171" name="Slide Number Placeholder 3">
            <a:extLst>
              <a:ext uri="{FF2B5EF4-FFF2-40B4-BE49-F238E27FC236}">
                <a16:creationId xmlns:a16="http://schemas.microsoft.com/office/drawing/2014/main" id="{CF22A838-9CF6-CE1B-1EFE-4EFC1DA303F1}"/>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2</a:t>
            </a:fld>
            <a:endParaRPr lang="en-US" altLang="en-US" sz="900">
              <a:solidFill>
                <a:schemeClr val="bg1"/>
              </a:solidFill>
            </a:endParaRPr>
          </a:p>
        </p:txBody>
      </p:sp>
      <p:sp>
        <p:nvSpPr>
          <p:cNvPr id="7172" name="Title 2">
            <a:extLst>
              <a:ext uri="{FF2B5EF4-FFF2-40B4-BE49-F238E27FC236}">
                <a16:creationId xmlns:a16="http://schemas.microsoft.com/office/drawing/2014/main" id="{C788B9A5-B3F6-C730-AD96-0264E5286950}"/>
              </a:ext>
            </a:extLst>
          </p:cNvPr>
          <p:cNvSpPr>
            <a:spLocks noGrp="1"/>
          </p:cNvSpPr>
          <p:nvPr>
            <p:ph type="title"/>
          </p:nvPr>
        </p:nvSpPr>
        <p:spPr>
          <a:xfrm>
            <a:off x="457200" y="182880"/>
            <a:ext cx="8467725" cy="640080"/>
          </a:xfrm>
        </p:spPr>
        <p:txBody>
          <a:bodyPr/>
          <a:lstStyle/>
          <a:p>
            <a:r>
              <a:rPr lang="en-US" dirty="0"/>
              <a:t>Meta slide</a:t>
            </a:r>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AFD2D294-2921-445E-ADC9-F8A8C1B88D3F}"/>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1026" name="Picture 2">
            <a:extLst>
              <a:ext uri="{FF2B5EF4-FFF2-40B4-BE49-F238E27FC236}">
                <a16:creationId xmlns:a16="http://schemas.microsoft.com/office/drawing/2014/main" id="{19FAF136-D8B0-91AD-D145-633D53E92D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9900" y="878713"/>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476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72041-06C1-8C89-AF34-BACD1656DD9A}"/>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16C0C474-2A6C-00CA-E22A-37E81C9B278F}"/>
              </a:ext>
            </a:extLst>
          </p:cNvPr>
          <p:cNvSpPr>
            <a:spLocks noGrp="1"/>
          </p:cNvSpPr>
          <p:nvPr>
            <p:ph type="body" sz="half" idx="1"/>
          </p:nvPr>
        </p:nvSpPr>
        <p:spPr>
          <a:xfrm>
            <a:off x="457200" y="914400"/>
            <a:ext cx="11125200" cy="4691126"/>
          </a:xfrm>
        </p:spPr>
        <p:txBody>
          <a:bodyPr/>
          <a:lstStyle/>
          <a:p>
            <a:pPr marL="457200" indent="-457200">
              <a:buFont typeface="+mj-lt"/>
              <a:buAutoNum type="arabicPeriod"/>
            </a:pPr>
            <a:r>
              <a:rPr lang="en-US" altLang="en-US" sz="2000" dirty="0">
                <a:latin typeface="Arial" panose="020B0604020202020204" pitchFamily="34" charset="0"/>
                <a:cs typeface="Arial" panose="020B0604020202020204" pitchFamily="34" charset="0"/>
              </a:rPr>
              <a:t>In its simplest description, it’s a tool that sends malicious HTTP requests and detects then summarizes vulnerabilities. </a:t>
            </a:r>
            <a:r>
              <a:rPr lang="en-US" altLang="en-US" sz="2000" b="1" dirty="0">
                <a:latin typeface="Arial" panose="020B0604020202020204" pitchFamily="34" charset="0"/>
                <a:cs typeface="Arial" panose="020B0604020202020204" pitchFamily="34" charset="0"/>
              </a:rPr>
              <a:t>Dev POV: Setup YAML, run scan, get scan results</a:t>
            </a:r>
            <a:endParaRPr lang="en-US" altLang="en-US" sz="2000" dirty="0">
              <a:latin typeface="Arial" panose="020B0604020202020204" pitchFamily="34" charset="0"/>
              <a:cs typeface="Arial" panose="020B0604020202020204" pitchFamily="34" charset="0"/>
            </a:endParaRPr>
          </a:p>
          <a:p>
            <a:pPr marL="457200" indent="-457200" algn="l">
              <a:buFont typeface="+mj-lt"/>
              <a:buAutoNum type="arabicPeriod"/>
            </a:pPr>
            <a:endParaRPr lang="en-US" altLang="en-US" dirty="0">
              <a:latin typeface="Arial" panose="020B0604020202020204" pitchFamily="34" charset="0"/>
              <a:cs typeface="Arial" panose="020B0604020202020204" pitchFamily="34" charset="0"/>
            </a:endParaRPr>
          </a:p>
        </p:txBody>
      </p:sp>
      <p:sp>
        <p:nvSpPr>
          <p:cNvPr id="7171" name="Slide Number Placeholder 3">
            <a:extLst>
              <a:ext uri="{FF2B5EF4-FFF2-40B4-BE49-F238E27FC236}">
                <a16:creationId xmlns:a16="http://schemas.microsoft.com/office/drawing/2014/main" id="{42EF71F6-208A-C965-9D21-CBD17E4E136A}"/>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3</a:t>
            </a:fld>
            <a:endParaRPr lang="en-US" altLang="en-US" sz="900">
              <a:solidFill>
                <a:schemeClr val="bg1"/>
              </a:solidFill>
            </a:endParaRPr>
          </a:p>
        </p:txBody>
      </p:sp>
      <p:sp>
        <p:nvSpPr>
          <p:cNvPr id="7172" name="Title 2">
            <a:extLst>
              <a:ext uri="{FF2B5EF4-FFF2-40B4-BE49-F238E27FC236}">
                <a16:creationId xmlns:a16="http://schemas.microsoft.com/office/drawing/2014/main" id="{31C1C048-0648-3308-DDE2-2728D2268F83}"/>
              </a:ext>
            </a:extLst>
          </p:cNvPr>
          <p:cNvSpPr>
            <a:spLocks noGrp="1"/>
          </p:cNvSpPr>
          <p:nvPr>
            <p:ph type="title"/>
          </p:nvPr>
        </p:nvSpPr>
        <p:spPr>
          <a:xfrm>
            <a:off x="457200" y="182880"/>
            <a:ext cx="8467725" cy="640080"/>
          </a:xfrm>
        </p:spPr>
        <p:txBody>
          <a:bodyPr/>
          <a:lstStyle/>
          <a:p>
            <a:r>
              <a:rPr lang="en-US" dirty="0"/>
              <a:t>What is StackHawk? 1</a:t>
            </a:r>
          </a:p>
        </p:txBody>
      </p:sp>
      <p:sp>
        <p:nvSpPr>
          <p:cNvPr id="12" name="Title 2">
            <a:extLst>
              <a:ext uri="{FF2B5EF4-FFF2-40B4-BE49-F238E27FC236}">
                <a16:creationId xmlns:a16="http://schemas.microsoft.com/office/drawing/2014/main" id="{10E68B96-41ED-2BFA-1FE1-5000BAB89F83}"/>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7B62E7D6-4BC4-E997-08B4-A4B466025FF3}"/>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4" name="Picture 3">
            <a:extLst>
              <a:ext uri="{FF2B5EF4-FFF2-40B4-BE49-F238E27FC236}">
                <a16:creationId xmlns:a16="http://schemas.microsoft.com/office/drawing/2014/main" id="{875305B5-610C-FBAD-30B1-0DAF0BB709F5}"/>
              </a:ext>
            </a:extLst>
          </p:cNvPr>
          <p:cNvPicPr>
            <a:picLocks noChangeAspect="1"/>
          </p:cNvPicPr>
          <p:nvPr/>
        </p:nvPicPr>
        <p:blipFill>
          <a:blip r:embed="rId3"/>
          <a:stretch>
            <a:fillRect/>
          </a:stretch>
        </p:blipFill>
        <p:spPr>
          <a:xfrm>
            <a:off x="1828650" y="1748153"/>
            <a:ext cx="7641734" cy="4573407"/>
          </a:xfrm>
          <a:prstGeom prst="rect">
            <a:avLst/>
          </a:prstGeom>
        </p:spPr>
      </p:pic>
    </p:spTree>
    <p:extLst>
      <p:ext uri="{BB962C8B-B14F-4D97-AF65-F5344CB8AC3E}">
        <p14:creationId xmlns:p14="http://schemas.microsoft.com/office/powerpoint/2010/main" val="325704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D6454-D986-8588-8A0A-A2CC112E45F8}"/>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8B98786D-D3C2-DD83-D38C-C97641B79EE8}"/>
              </a:ext>
            </a:extLst>
          </p:cNvPr>
          <p:cNvSpPr>
            <a:spLocks noGrp="1"/>
          </p:cNvSpPr>
          <p:nvPr>
            <p:ph type="body" sz="half" idx="1"/>
          </p:nvPr>
        </p:nvSpPr>
        <p:spPr>
          <a:xfrm>
            <a:off x="457200" y="914400"/>
            <a:ext cx="11125200" cy="4691126"/>
          </a:xfrm>
        </p:spPr>
        <p:txBody>
          <a:bodyPr/>
          <a:lstStyle/>
          <a:p>
            <a:pPr marL="457200" indent="-457200">
              <a:buFont typeface="+mj-lt"/>
              <a:buAutoNum type="arabicPeriod"/>
            </a:pPr>
            <a:r>
              <a:rPr lang="en-US" altLang="en-US" sz="1800" dirty="0">
                <a:latin typeface="Arial" panose="020B0604020202020204" pitchFamily="34" charset="0"/>
                <a:cs typeface="Arial" panose="020B0604020202020204" pitchFamily="34" charset="0"/>
              </a:rPr>
              <a:t>In its simplest description, it’s a tool that sends malicious HTTP requests and detects then summarizes vulnerabilities. </a:t>
            </a:r>
            <a:r>
              <a:rPr lang="en-US" altLang="en-US" sz="1800" b="1" dirty="0">
                <a:latin typeface="Arial" panose="020B0604020202020204" pitchFamily="34" charset="0"/>
                <a:cs typeface="Arial" panose="020B0604020202020204" pitchFamily="34" charset="0"/>
              </a:rPr>
              <a:t>Dev POV: Setup YAML, run scan, get scan results</a:t>
            </a:r>
            <a:endParaRPr lang="en-US" altLang="en-US" sz="1800" dirty="0">
              <a:latin typeface="Arial" panose="020B0604020202020204" pitchFamily="34" charset="0"/>
              <a:cs typeface="Arial" panose="020B0604020202020204" pitchFamily="34" charset="0"/>
            </a:endParaRPr>
          </a:p>
        </p:txBody>
      </p:sp>
      <p:sp>
        <p:nvSpPr>
          <p:cNvPr id="7171" name="Slide Number Placeholder 3">
            <a:extLst>
              <a:ext uri="{FF2B5EF4-FFF2-40B4-BE49-F238E27FC236}">
                <a16:creationId xmlns:a16="http://schemas.microsoft.com/office/drawing/2014/main" id="{56D090D0-21D4-0C9D-0150-FEF5E5C52B12}"/>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4</a:t>
            </a:fld>
            <a:endParaRPr lang="en-US" altLang="en-US" sz="900">
              <a:solidFill>
                <a:schemeClr val="bg1"/>
              </a:solidFill>
            </a:endParaRPr>
          </a:p>
        </p:txBody>
      </p:sp>
      <p:sp>
        <p:nvSpPr>
          <p:cNvPr id="7172" name="Title 2">
            <a:extLst>
              <a:ext uri="{FF2B5EF4-FFF2-40B4-BE49-F238E27FC236}">
                <a16:creationId xmlns:a16="http://schemas.microsoft.com/office/drawing/2014/main" id="{AF4DF7AF-4C91-1D0E-1895-039D2E57CB3D}"/>
              </a:ext>
            </a:extLst>
          </p:cNvPr>
          <p:cNvSpPr>
            <a:spLocks noGrp="1"/>
          </p:cNvSpPr>
          <p:nvPr>
            <p:ph type="title"/>
          </p:nvPr>
        </p:nvSpPr>
        <p:spPr>
          <a:xfrm>
            <a:off x="457200" y="182880"/>
            <a:ext cx="8467725" cy="640080"/>
          </a:xfrm>
        </p:spPr>
        <p:txBody>
          <a:bodyPr/>
          <a:lstStyle/>
          <a:p>
            <a:r>
              <a:rPr lang="en-US" dirty="0"/>
              <a:t>What is StackHawk? 2</a:t>
            </a:r>
          </a:p>
        </p:txBody>
      </p:sp>
      <p:sp>
        <p:nvSpPr>
          <p:cNvPr id="12" name="Title 2">
            <a:extLst>
              <a:ext uri="{FF2B5EF4-FFF2-40B4-BE49-F238E27FC236}">
                <a16:creationId xmlns:a16="http://schemas.microsoft.com/office/drawing/2014/main" id="{248F21DB-9A4D-62C2-5686-F03A67B0AFAF}"/>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E8C4FBE1-2D1C-13DB-7DE0-3F9601044533}"/>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3" name="Picture 2">
            <a:extLst>
              <a:ext uri="{FF2B5EF4-FFF2-40B4-BE49-F238E27FC236}">
                <a16:creationId xmlns:a16="http://schemas.microsoft.com/office/drawing/2014/main" id="{6E17BA5F-D91F-B48B-C215-A4D1270986BD}"/>
              </a:ext>
            </a:extLst>
          </p:cNvPr>
          <p:cNvPicPr>
            <a:picLocks noChangeAspect="1"/>
          </p:cNvPicPr>
          <p:nvPr/>
        </p:nvPicPr>
        <p:blipFill>
          <a:blip r:embed="rId3"/>
          <a:stretch>
            <a:fillRect/>
          </a:stretch>
        </p:blipFill>
        <p:spPr>
          <a:xfrm>
            <a:off x="1392989" y="1829647"/>
            <a:ext cx="8513055" cy="4492183"/>
          </a:xfrm>
          <a:prstGeom prst="rect">
            <a:avLst/>
          </a:prstGeom>
        </p:spPr>
      </p:pic>
    </p:spTree>
    <p:extLst>
      <p:ext uri="{BB962C8B-B14F-4D97-AF65-F5344CB8AC3E}">
        <p14:creationId xmlns:p14="http://schemas.microsoft.com/office/powerpoint/2010/main" val="591136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D7EC7-1EF5-ECCE-7A8E-ACB5285C2012}"/>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4195EFCF-6D5A-6070-D2F5-3C5F47DC230B}"/>
              </a:ext>
            </a:extLst>
          </p:cNvPr>
          <p:cNvSpPr>
            <a:spLocks noGrp="1"/>
          </p:cNvSpPr>
          <p:nvPr>
            <p:ph type="body" sz="half" idx="1"/>
          </p:nvPr>
        </p:nvSpPr>
        <p:spPr>
          <a:xfrm>
            <a:off x="457200" y="914400"/>
            <a:ext cx="6559973" cy="4691126"/>
          </a:xfrm>
        </p:spPr>
        <p:txBody>
          <a:bodyPr/>
          <a:lstStyle/>
          <a:p>
            <a:pPr marL="342900" indent="-342900" algn="l">
              <a:buFont typeface="+mj-lt"/>
              <a:buAutoNum type="arabicPeriod"/>
            </a:pPr>
            <a:r>
              <a:rPr lang="en-US" altLang="en-US" sz="1800" dirty="0">
                <a:latin typeface="Arial" panose="020B0604020202020204" pitchFamily="34" charset="0"/>
                <a:cs typeface="Arial" panose="020B0604020202020204" pitchFamily="34" charset="0"/>
              </a:rPr>
              <a:t>StackHawk doesn’t scan source code!</a:t>
            </a:r>
          </a:p>
          <a:p>
            <a:pPr marL="571500" lvl="1" indent="-342900">
              <a:buFont typeface="+mj-lt"/>
              <a:buAutoNum type="arabicPeriod"/>
            </a:pPr>
            <a:r>
              <a:rPr lang="en-US" altLang="en-US" sz="1600" dirty="0">
                <a:latin typeface="Arial" panose="020B0604020202020204" pitchFamily="34" charset="0"/>
                <a:cs typeface="Arial" panose="020B0604020202020204" pitchFamily="34" charset="0"/>
              </a:rPr>
              <a:t>It can ingest </a:t>
            </a:r>
            <a:r>
              <a:rPr lang="en-US" altLang="en-US" sz="1600" dirty="0" err="1">
                <a:latin typeface="Arial" panose="020B0604020202020204" pitchFamily="34" charset="0"/>
                <a:cs typeface="Arial" panose="020B0604020202020204" pitchFamily="34" charset="0"/>
              </a:rPr>
              <a:t>OpenAPI</a:t>
            </a:r>
            <a:r>
              <a:rPr lang="en-US" altLang="en-US" sz="1600" dirty="0">
                <a:latin typeface="Arial" panose="020B0604020202020204" pitchFamily="34" charset="0"/>
                <a:cs typeface="Arial" panose="020B0604020202020204" pitchFamily="34" charset="0"/>
              </a:rPr>
              <a:t> spec to enhance scans,</a:t>
            </a:r>
          </a:p>
          <a:p>
            <a:pPr marL="571500" lvl="1" indent="-342900">
              <a:buFont typeface="+mj-lt"/>
              <a:buAutoNum type="arabicPeriod"/>
            </a:pPr>
            <a:r>
              <a:rPr lang="en-US" altLang="en-US" sz="1600" dirty="0">
                <a:latin typeface="Arial" panose="020B0604020202020204" pitchFamily="34" charset="0"/>
                <a:cs typeface="Arial" panose="020B0604020202020204" pitchFamily="34" charset="0"/>
              </a:rPr>
              <a:t>And can do authenticated scans.</a:t>
            </a:r>
          </a:p>
          <a:p>
            <a:pPr marL="571500" lvl="1" indent="-342900">
              <a:buFont typeface="+mj-lt"/>
              <a:buAutoNum type="arabicPeriod"/>
            </a:pPr>
            <a:r>
              <a:rPr lang="en-US" altLang="en-US" sz="1600" dirty="0">
                <a:latin typeface="Arial" panose="020B0604020202020204" pitchFamily="34" charset="0"/>
                <a:cs typeface="Arial" panose="020B0604020202020204" pitchFamily="34" charset="0"/>
              </a:rPr>
              <a:t>Reducing it a bit; you can think of it as “Burp Suite but with more steps and a web UI”.</a:t>
            </a:r>
          </a:p>
          <a:p>
            <a:pPr marL="914400" lvl="2" indent="-342900">
              <a:buFont typeface="+mj-lt"/>
              <a:buAutoNum type="arabicPeriod"/>
            </a:pPr>
            <a:r>
              <a:rPr lang="en-US" altLang="en-US" sz="1400" i="1" dirty="0">
                <a:solidFill>
                  <a:srgbClr val="FF0000"/>
                </a:solidFill>
                <a:latin typeface="Arial" panose="020B0604020202020204" pitchFamily="34" charset="0"/>
                <a:cs typeface="Arial" panose="020B0604020202020204" pitchFamily="34" charset="0"/>
              </a:rPr>
              <a:t>(Burp Suite is an HTTP request tamper tool.)</a:t>
            </a:r>
          </a:p>
          <a:p>
            <a:pPr marL="914400" lvl="2" indent="-342900">
              <a:buFont typeface="+mj-lt"/>
              <a:buAutoNum type="arabicPeriod"/>
            </a:pPr>
            <a:r>
              <a:rPr lang="en-US" altLang="en-US" sz="1400" dirty="0">
                <a:latin typeface="Arial" panose="020B0604020202020204" pitchFamily="34" charset="0"/>
                <a:cs typeface="Arial" panose="020B0604020202020204" pitchFamily="34" charset="0"/>
              </a:rPr>
              <a:t>StackHawk is highly automated, has a big catalogue of HTTP-request-based tests.</a:t>
            </a:r>
          </a:p>
          <a:p>
            <a:pPr marL="228600" lvl="1" indent="0">
              <a:buNone/>
            </a:pPr>
            <a:endParaRPr lang="en-US" altLang="en-US" sz="1600" dirty="0">
              <a:latin typeface="Arial" panose="020B0604020202020204" pitchFamily="34" charset="0"/>
              <a:cs typeface="Arial" panose="020B0604020202020204" pitchFamily="34" charset="0"/>
            </a:endParaRPr>
          </a:p>
          <a:p>
            <a:pPr marL="342900" indent="-342900">
              <a:buFont typeface="+mj-lt"/>
              <a:buAutoNum type="arabicPeriod"/>
            </a:pPr>
            <a:r>
              <a:rPr lang="en-US" altLang="en-US" sz="1800" dirty="0">
                <a:latin typeface="Arial" panose="020B0604020202020204" pitchFamily="34" charset="0"/>
                <a:cs typeface="Arial" panose="020B0604020202020204" pitchFamily="34" charset="0"/>
              </a:rPr>
              <a:t>StackHawk isn’t magic. It has noise like any tool, and needs tuning.</a:t>
            </a:r>
          </a:p>
          <a:p>
            <a:pPr marL="571500" lvl="1" indent="-342900">
              <a:buFont typeface="+mj-lt"/>
              <a:buAutoNum type="arabicPeriod"/>
            </a:pPr>
            <a:r>
              <a:rPr lang="en-US" altLang="en-US" sz="1600" dirty="0">
                <a:latin typeface="Arial" panose="020B0604020202020204" pitchFamily="34" charset="0"/>
                <a:cs typeface="Arial" panose="020B0604020202020204" pitchFamily="34" charset="0"/>
              </a:rPr>
              <a:t>This can be done with “Technology Flags”</a:t>
            </a:r>
          </a:p>
          <a:p>
            <a:pPr marL="571500" lvl="1" indent="-342900">
              <a:buFont typeface="+mj-lt"/>
              <a:buAutoNum type="arabicPeriod"/>
            </a:pPr>
            <a:r>
              <a:rPr lang="en-US" altLang="en-US" sz="1600" b="1" dirty="0">
                <a:latin typeface="Arial" panose="020B0604020202020204" pitchFamily="34" charset="0"/>
                <a:cs typeface="Arial" panose="020B0604020202020204" pitchFamily="34" charset="0"/>
              </a:rPr>
              <a:t>Noise is also greatly reduced if we do authenticated scans.</a:t>
            </a:r>
          </a:p>
          <a:p>
            <a:pPr marL="571500" lvl="1" indent="-342900">
              <a:buFont typeface="+mj-lt"/>
              <a:buAutoNum type="arabicPeriod"/>
            </a:pPr>
            <a:r>
              <a:rPr lang="en-US" altLang="en-US" sz="1600" b="1" dirty="0">
                <a:latin typeface="Arial" panose="020B0604020202020204" pitchFamily="34" charset="0"/>
                <a:cs typeface="Arial" panose="020B0604020202020204" pitchFamily="34" charset="0"/>
              </a:rPr>
              <a:t>Adding an </a:t>
            </a:r>
            <a:r>
              <a:rPr lang="en-US" altLang="en-US" sz="1600" b="1" dirty="0" err="1">
                <a:latin typeface="Arial" panose="020B0604020202020204" pitchFamily="34" charset="0"/>
                <a:cs typeface="Arial" panose="020B0604020202020204" pitchFamily="34" charset="0"/>
              </a:rPr>
              <a:t>OpenAPI</a:t>
            </a:r>
            <a:r>
              <a:rPr lang="en-US" altLang="en-US" sz="1600" b="1" dirty="0">
                <a:latin typeface="Arial" panose="020B0604020202020204" pitchFamily="34" charset="0"/>
                <a:cs typeface="Arial" panose="020B0604020202020204" pitchFamily="34" charset="0"/>
              </a:rPr>
              <a:t> Spec also reduces noise.</a:t>
            </a:r>
          </a:p>
        </p:txBody>
      </p:sp>
      <p:sp>
        <p:nvSpPr>
          <p:cNvPr id="7171" name="Slide Number Placeholder 3">
            <a:extLst>
              <a:ext uri="{FF2B5EF4-FFF2-40B4-BE49-F238E27FC236}">
                <a16:creationId xmlns:a16="http://schemas.microsoft.com/office/drawing/2014/main" id="{F287BE9A-3ACA-2077-2D16-8ADDC238D622}"/>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5</a:t>
            </a:fld>
            <a:endParaRPr lang="en-US" altLang="en-US" sz="900">
              <a:solidFill>
                <a:schemeClr val="bg1"/>
              </a:solidFill>
            </a:endParaRPr>
          </a:p>
        </p:txBody>
      </p:sp>
      <p:sp>
        <p:nvSpPr>
          <p:cNvPr id="7172" name="Title 2">
            <a:extLst>
              <a:ext uri="{FF2B5EF4-FFF2-40B4-BE49-F238E27FC236}">
                <a16:creationId xmlns:a16="http://schemas.microsoft.com/office/drawing/2014/main" id="{375BC5DC-D070-62D0-A1B5-E7C5706C9DDD}"/>
              </a:ext>
            </a:extLst>
          </p:cNvPr>
          <p:cNvSpPr>
            <a:spLocks noGrp="1"/>
          </p:cNvSpPr>
          <p:nvPr>
            <p:ph type="title"/>
          </p:nvPr>
        </p:nvSpPr>
        <p:spPr>
          <a:xfrm>
            <a:off x="457200" y="182880"/>
            <a:ext cx="8467725" cy="640080"/>
          </a:xfrm>
        </p:spPr>
        <p:txBody>
          <a:bodyPr/>
          <a:lstStyle/>
          <a:p>
            <a:r>
              <a:rPr lang="en-US" dirty="0"/>
              <a:t>What ISN’T StackHawk?</a:t>
            </a:r>
          </a:p>
        </p:txBody>
      </p:sp>
      <p:sp>
        <p:nvSpPr>
          <p:cNvPr id="12" name="Title 2">
            <a:extLst>
              <a:ext uri="{FF2B5EF4-FFF2-40B4-BE49-F238E27FC236}">
                <a16:creationId xmlns:a16="http://schemas.microsoft.com/office/drawing/2014/main" id="{AA033235-93CC-7CE8-C9C1-2D1701567B25}"/>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8D7FB039-A447-9ACA-C79A-CB0DBB6E8ECB}"/>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2052" name="Picture 4" descr="Exploiting a Boolean Based SQL Injection using Burp Suite Intruder">
            <a:extLst>
              <a:ext uri="{FF2B5EF4-FFF2-40B4-BE49-F238E27FC236}">
                <a16:creationId xmlns:a16="http://schemas.microsoft.com/office/drawing/2014/main" id="{1AE20CE3-D4EE-52BD-804C-86CFA18745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778"/>
          <a:stretch>
            <a:fillRect/>
          </a:stretch>
        </p:blipFill>
        <p:spPr bwMode="auto">
          <a:xfrm>
            <a:off x="7017173" y="1095586"/>
            <a:ext cx="4985227" cy="281220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BC390483-6B0D-25E6-FC48-4784A25E4AA4}"/>
              </a:ext>
            </a:extLst>
          </p:cNvPr>
          <p:cNvCxnSpPr/>
          <p:nvPr/>
        </p:nvCxnSpPr>
        <p:spPr bwMode="auto">
          <a:xfrm>
            <a:off x="5003800" y="2717800"/>
            <a:ext cx="1949450" cy="0"/>
          </a:xfrm>
          <a:prstGeom prst="straightConnector1">
            <a:avLst/>
          </a:prstGeom>
          <a:solidFill>
            <a:schemeClr val="accent1"/>
          </a:solidFill>
          <a:ln w="19050" cap="flat" cmpd="sng" algn="ctr">
            <a:solidFill>
              <a:srgbClr val="FF9900"/>
            </a:solidFill>
            <a:prstDash val="solid"/>
            <a:round/>
            <a:headEnd type="none" w="med" len="med"/>
            <a:tailEnd type="triangle"/>
          </a:ln>
          <a:effectLst/>
        </p:spPr>
      </p:cxnSp>
    </p:spTree>
    <p:extLst>
      <p:ext uri="{BB962C8B-B14F-4D97-AF65-F5344CB8AC3E}">
        <p14:creationId xmlns:p14="http://schemas.microsoft.com/office/powerpoint/2010/main" val="320780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0FB58-D0C3-0394-34B1-E1A7B918A4C4}"/>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2BB65A6F-A8E9-17D8-CD0E-844C046CAC28}"/>
              </a:ext>
            </a:extLst>
          </p:cNvPr>
          <p:cNvSpPr>
            <a:spLocks noGrp="1"/>
          </p:cNvSpPr>
          <p:nvPr>
            <p:ph type="body" sz="half" idx="1"/>
          </p:nvPr>
        </p:nvSpPr>
        <p:spPr>
          <a:xfrm>
            <a:off x="457200" y="914400"/>
            <a:ext cx="6955679" cy="5543550"/>
          </a:xfrm>
        </p:spPr>
        <p:txBody>
          <a:bodyPr/>
          <a:lstStyle/>
          <a:p>
            <a:pPr marL="342900" indent="-342900" algn="l">
              <a:buFont typeface="+mj-lt"/>
              <a:buAutoNum type="arabicPeriod"/>
            </a:pPr>
            <a:r>
              <a:rPr lang="en-US" altLang="en-US" sz="1800" dirty="0">
                <a:latin typeface="Arial" panose="020B0604020202020204" pitchFamily="34" charset="0"/>
                <a:cs typeface="Arial" panose="020B0604020202020204" pitchFamily="34" charset="0"/>
              </a:rPr>
              <a:t>It’s quite simple. We need:</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A URL to scan</a:t>
            </a:r>
          </a:p>
          <a:p>
            <a:pPr marL="571500" lvl="1" indent="-342900">
              <a:buFont typeface="+mj-lt"/>
              <a:buAutoNum type="arabicPeriod"/>
            </a:pPr>
            <a:r>
              <a:rPr lang="en-US" altLang="en-US" i="1" dirty="0">
                <a:latin typeface="Arial" panose="020B0604020202020204" pitchFamily="34" charset="0"/>
                <a:cs typeface="Arial" panose="020B0604020202020204" pitchFamily="34" charset="0"/>
              </a:rPr>
              <a:t>(Highly preferred) Login credentials</a:t>
            </a:r>
          </a:p>
          <a:p>
            <a:pPr marL="571500" lvl="1" indent="-342900">
              <a:buFont typeface="+mj-lt"/>
              <a:buAutoNum type="arabicPeriod"/>
            </a:pPr>
            <a:r>
              <a:rPr lang="en-US" altLang="en-US" i="1" dirty="0">
                <a:latin typeface="Arial" panose="020B0604020202020204" pitchFamily="34" charset="0"/>
                <a:cs typeface="Arial" panose="020B0604020202020204" pitchFamily="34" charset="0"/>
              </a:rPr>
              <a:t>(Preferred) an </a:t>
            </a:r>
            <a:r>
              <a:rPr lang="en-US" altLang="en-US" i="1" dirty="0" err="1">
                <a:latin typeface="Arial" panose="020B0604020202020204" pitchFamily="34" charset="0"/>
                <a:cs typeface="Arial" panose="020B0604020202020204" pitchFamily="34" charset="0"/>
              </a:rPr>
              <a:t>OpenAPI</a:t>
            </a:r>
            <a:r>
              <a:rPr lang="en-US" altLang="en-US" i="1" dirty="0">
                <a:latin typeface="Arial" panose="020B0604020202020204" pitchFamily="34" charset="0"/>
                <a:cs typeface="Arial" panose="020B0604020202020204" pitchFamily="34" charset="0"/>
              </a:rPr>
              <a:t> spec</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A StackHawk .</a:t>
            </a:r>
            <a:r>
              <a:rPr lang="en-US" altLang="en-US" dirty="0" err="1">
                <a:latin typeface="Arial" panose="020B0604020202020204" pitchFamily="34" charset="0"/>
                <a:cs typeface="Arial" panose="020B0604020202020204" pitchFamily="34" charset="0"/>
              </a:rPr>
              <a:t>yml</a:t>
            </a:r>
            <a:r>
              <a:rPr lang="en-US" altLang="en-US" dirty="0">
                <a:latin typeface="Arial" panose="020B0604020202020204" pitchFamily="34" charset="0"/>
                <a:cs typeface="Arial" panose="020B0604020202020204" pitchFamily="34" charset="0"/>
              </a:rPr>
              <a:t> config file (should be committed to Git)</a:t>
            </a:r>
          </a:p>
          <a:p>
            <a:pPr marL="571500" lvl="1"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r>
              <a:rPr lang="en-US" altLang="en-US" dirty="0">
                <a:latin typeface="Arial" panose="020B0604020202020204" pitchFamily="34" charset="0"/>
                <a:cs typeface="Arial" panose="020B0604020202020204" pitchFamily="34" charset="0"/>
              </a:rPr>
              <a:t>Problem: Historical integration</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Back in 2025, I tried to get dev teams to integrate with StackHawk. This failed! Not due to the dev teams, nor a shortcoming of the tool. The nature of </a:t>
            </a:r>
            <a:r>
              <a:rPr lang="en-US" altLang="en-US" dirty="0" err="1">
                <a:latin typeface="Arial" panose="020B0604020202020204" pitchFamily="34" charset="0"/>
                <a:cs typeface="Arial" panose="020B0604020202020204" pitchFamily="34" charset="0"/>
              </a:rPr>
              <a:t>StackHawk’s</a:t>
            </a:r>
            <a:r>
              <a:rPr lang="en-US" altLang="en-US" dirty="0">
                <a:latin typeface="Arial" panose="020B0604020202020204" pitchFamily="34" charset="0"/>
                <a:cs typeface="Arial" panose="020B0604020202020204" pitchFamily="34" charset="0"/>
              </a:rPr>
              <a:t> auth requires dev teams to fully re-describe their auth flow, which is a lot of effort.</a:t>
            </a:r>
          </a:p>
          <a:p>
            <a:pPr marL="342900" indent="-342900">
              <a:buFont typeface="+mj-lt"/>
              <a:buAutoNum type="arabicPeriod"/>
            </a:pPr>
            <a:r>
              <a:rPr lang="en-US" altLang="en-US" dirty="0">
                <a:latin typeface="Arial" panose="020B0604020202020204" pitchFamily="34" charset="0"/>
                <a:cs typeface="Arial" panose="020B0604020202020204" pitchFamily="34" charset="0"/>
              </a:rPr>
              <a:t>Solution: New auth flow</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There is a new StackHawk feature called “Flight Path”, that I will go into on the next slide. It removes the need for </a:t>
            </a:r>
            <a:r>
              <a:rPr lang="en-US" altLang="en-US" dirty="0" err="1">
                <a:latin typeface="Arial" panose="020B0604020202020204" pitchFamily="34" charset="0"/>
                <a:cs typeface="Arial" panose="020B0604020202020204" pitchFamily="34" charset="0"/>
              </a:rPr>
              <a:t>devs</a:t>
            </a:r>
            <a:r>
              <a:rPr lang="en-US" altLang="en-US" dirty="0">
                <a:latin typeface="Arial" panose="020B0604020202020204" pitchFamily="34" charset="0"/>
                <a:cs typeface="Arial" panose="020B0604020202020204" pitchFamily="34" charset="0"/>
              </a:rPr>
              <a:t> to write 50+ LOC (lines of code) of YAML.</a:t>
            </a:r>
          </a:p>
        </p:txBody>
      </p:sp>
      <p:sp>
        <p:nvSpPr>
          <p:cNvPr id="7171" name="Slide Number Placeholder 3">
            <a:extLst>
              <a:ext uri="{FF2B5EF4-FFF2-40B4-BE49-F238E27FC236}">
                <a16:creationId xmlns:a16="http://schemas.microsoft.com/office/drawing/2014/main" id="{C8D7DED4-062E-68AD-2339-9C07556F5086}"/>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6</a:t>
            </a:fld>
            <a:endParaRPr lang="en-US" altLang="en-US" sz="900">
              <a:solidFill>
                <a:schemeClr val="bg1"/>
              </a:solidFill>
            </a:endParaRPr>
          </a:p>
        </p:txBody>
      </p:sp>
      <p:sp>
        <p:nvSpPr>
          <p:cNvPr id="7172" name="Title 2">
            <a:extLst>
              <a:ext uri="{FF2B5EF4-FFF2-40B4-BE49-F238E27FC236}">
                <a16:creationId xmlns:a16="http://schemas.microsoft.com/office/drawing/2014/main" id="{A4A388F7-0C5F-D0AC-6D14-61EE29196736}"/>
              </a:ext>
            </a:extLst>
          </p:cNvPr>
          <p:cNvSpPr>
            <a:spLocks noGrp="1"/>
          </p:cNvSpPr>
          <p:nvPr>
            <p:ph type="title"/>
          </p:nvPr>
        </p:nvSpPr>
        <p:spPr>
          <a:xfrm>
            <a:off x="457200" y="182880"/>
            <a:ext cx="8467725" cy="640080"/>
          </a:xfrm>
        </p:spPr>
        <p:txBody>
          <a:bodyPr/>
          <a:lstStyle/>
          <a:p>
            <a:r>
              <a:rPr lang="en-US" dirty="0"/>
              <a:t>Okay, how do we use StackHawk?</a:t>
            </a:r>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3637057F-030A-2D5D-25E2-993C9B6C9873}"/>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3" name="Picture 2">
            <a:extLst>
              <a:ext uri="{FF2B5EF4-FFF2-40B4-BE49-F238E27FC236}">
                <a16:creationId xmlns:a16="http://schemas.microsoft.com/office/drawing/2014/main" id="{71492585-9F66-22CA-A575-9856156CE268}"/>
              </a:ext>
            </a:extLst>
          </p:cNvPr>
          <p:cNvPicPr>
            <a:picLocks noChangeAspect="1"/>
          </p:cNvPicPr>
          <p:nvPr/>
        </p:nvPicPr>
        <p:blipFill>
          <a:blip r:embed="rId3"/>
          <a:stretch>
            <a:fillRect/>
          </a:stretch>
        </p:blipFill>
        <p:spPr>
          <a:xfrm>
            <a:off x="7502934" y="914400"/>
            <a:ext cx="3625208" cy="5327073"/>
          </a:xfrm>
          <a:prstGeom prst="rect">
            <a:avLst/>
          </a:prstGeom>
        </p:spPr>
      </p:pic>
      <p:cxnSp>
        <p:nvCxnSpPr>
          <p:cNvPr id="6" name="Straight Arrow Connector 5">
            <a:extLst>
              <a:ext uri="{FF2B5EF4-FFF2-40B4-BE49-F238E27FC236}">
                <a16:creationId xmlns:a16="http://schemas.microsoft.com/office/drawing/2014/main" id="{52D8F3B9-4EE2-D7F7-CAC0-67EA0CDF4E50}"/>
              </a:ext>
            </a:extLst>
          </p:cNvPr>
          <p:cNvCxnSpPr>
            <a:cxnSpLocks/>
          </p:cNvCxnSpPr>
          <p:nvPr/>
        </p:nvCxnSpPr>
        <p:spPr bwMode="auto">
          <a:xfrm flipV="1">
            <a:off x="6652800" y="3551400"/>
            <a:ext cx="1303870" cy="55800"/>
          </a:xfrm>
          <a:prstGeom prst="straightConnector1">
            <a:avLst/>
          </a:prstGeom>
          <a:solidFill>
            <a:schemeClr val="accent1"/>
          </a:solidFill>
          <a:ln w="19050" cap="flat" cmpd="sng" algn="ctr">
            <a:solidFill>
              <a:srgbClr val="FF9900"/>
            </a:solidFill>
            <a:prstDash val="solid"/>
            <a:round/>
            <a:headEnd type="none" w="med" len="med"/>
            <a:tailEnd type="triangle"/>
          </a:ln>
          <a:effectLst/>
        </p:spPr>
      </p:cxnSp>
    </p:spTree>
    <p:extLst>
      <p:ext uri="{BB962C8B-B14F-4D97-AF65-F5344CB8AC3E}">
        <p14:creationId xmlns:p14="http://schemas.microsoft.com/office/powerpoint/2010/main" val="3630735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1C632-D553-E7A9-2E10-BFF47D0BFF4A}"/>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AA2F2DA9-5A75-6085-66C5-1660B1CF8827}"/>
              </a:ext>
            </a:extLst>
          </p:cNvPr>
          <p:cNvSpPr>
            <a:spLocks noGrp="1"/>
          </p:cNvSpPr>
          <p:nvPr>
            <p:ph type="body" sz="half" idx="1"/>
          </p:nvPr>
        </p:nvSpPr>
        <p:spPr>
          <a:xfrm>
            <a:off x="457200" y="914400"/>
            <a:ext cx="10693400" cy="5543550"/>
          </a:xfrm>
        </p:spPr>
        <p:txBody>
          <a:bodyPr/>
          <a:lstStyle/>
          <a:p>
            <a:pPr marL="342900" indent="-342900" algn="l">
              <a:buFont typeface="+mj-lt"/>
              <a:buAutoNum type="arabicPeriod"/>
            </a:pPr>
            <a:r>
              <a:rPr lang="en-US" altLang="en-US" sz="1800" dirty="0">
                <a:latin typeface="Arial" panose="020B0604020202020204" pitchFamily="34" charset="0"/>
                <a:cs typeface="Arial" panose="020B0604020202020204" pitchFamily="34" charset="0"/>
              </a:rPr>
              <a:t>What is “Flight Path”?</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TL;DR: It auto-configs your StackHawk YML files. All we need to do is login and browse the web application.</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No need to re-describe your auth flow anymore!</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Limitation: Only works for external apps. It is highly likely the StackHawk team will add a proxy feature that allows it to scan internal apps. </a:t>
            </a:r>
            <a:r>
              <a:rPr lang="en-US" altLang="en-US" b="1" u="sng" dirty="0">
                <a:latin typeface="Arial" panose="020B0604020202020204" pitchFamily="34" charset="0"/>
                <a:cs typeface="Arial" panose="020B0604020202020204" pitchFamily="34" charset="0"/>
              </a:rPr>
              <a:t>Dev POV: Login, browse app, get YAML config, scan app with authentication.</a:t>
            </a:r>
          </a:p>
        </p:txBody>
      </p:sp>
      <p:sp>
        <p:nvSpPr>
          <p:cNvPr id="7171" name="Slide Number Placeholder 3">
            <a:extLst>
              <a:ext uri="{FF2B5EF4-FFF2-40B4-BE49-F238E27FC236}">
                <a16:creationId xmlns:a16="http://schemas.microsoft.com/office/drawing/2014/main" id="{99950965-7EF7-2C4A-4ED1-E7BF542C62BD}"/>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7</a:t>
            </a:fld>
            <a:endParaRPr lang="en-US" altLang="en-US" sz="900">
              <a:solidFill>
                <a:schemeClr val="bg1"/>
              </a:solidFill>
            </a:endParaRPr>
          </a:p>
        </p:txBody>
      </p:sp>
      <p:sp>
        <p:nvSpPr>
          <p:cNvPr id="7172" name="Title 2">
            <a:extLst>
              <a:ext uri="{FF2B5EF4-FFF2-40B4-BE49-F238E27FC236}">
                <a16:creationId xmlns:a16="http://schemas.microsoft.com/office/drawing/2014/main" id="{5B99CA75-4681-1ACA-D0FD-EAB844B1907A}"/>
              </a:ext>
            </a:extLst>
          </p:cNvPr>
          <p:cNvSpPr>
            <a:spLocks noGrp="1"/>
          </p:cNvSpPr>
          <p:nvPr>
            <p:ph type="title"/>
          </p:nvPr>
        </p:nvSpPr>
        <p:spPr>
          <a:xfrm>
            <a:off x="457200" y="182880"/>
            <a:ext cx="8467725" cy="640080"/>
          </a:xfrm>
        </p:spPr>
        <p:txBody>
          <a:bodyPr/>
          <a:lstStyle/>
          <a:p>
            <a:r>
              <a:rPr lang="en-US" dirty="0"/>
              <a:t>Okay, how do we use StackHawk? 2 – Flight Path</a:t>
            </a:r>
          </a:p>
        </p:txBody>
      </p:sp>
      <p:sp>
        <p:nvSpPr>
          <p:cNvPr id="12" name="Title 2">
            <a:extLst>
              <a:ext uri="{FF2B5EF4-FFF2-40B4-BE49-F238E27FC236}">
                <a16:creationId xmlns:a16="http://schemas.microsoft.com/office/drawing/2014/main" id="{5CCF1065-6FED-5E3F-BBEF-3C77ED7D384B}"/>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DB1F264A-D94A-6728-A84B-58504F344187}"/>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4" name="Picture 3">
            <a:extLst>
              <a:ext uri="{FF2B5EF4-FFF2-40B4-BE49-F238E27FC236}">
                <a16:creationId xmlns:a16="http://schemas.microsoft.com/office/drawing/2014/main" id="{998CAA79-0840-10FF-D3C7-DBA37851A314}"/>
              </a:ext>
            </a:extLst>
          </p:cNvPr>
          <p:cNvPicPr>
            <a:picLocks noChangeAspect="1"/>
          </p:cNvPicPr>
          <p:nvPr/>
        </p:nvPicPr>
        <p:blipFill>
          <a:blip r:embed="rId3"/>
          <a:stretch>
            <a:fillRect/>
          </a:stretch>
        </p:blipFill>
        <p:spPr>
          <a:xfrm>
            <a:off x="1522691" y="2547670"/>
            <a:ext cx="7830109" cy="3910280"/>
          </a:xfrm>
          <a:prstGeom prst="rect">
            <a:avLst/>
          </a:prstGeom>
        </p:spPr>
      </p:pic>
    </p:spTree>
    <p:extLst>
      <p:ext uri="{BB962C8B-B14F-4D97-AF65-F5344CB8AC3E}">
        <p14:creationId xmlns:p14="http://schemas.microsoft.com/office/powerpoint/2010/main" val="848454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24E7A-A17E-FC8C-3EDF-18627CF6A5D8}"/>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AE09CA62-368C-03A7-AB69-692B58C5BFF9}"/>
              </a:ext>
            </a:extLst>
          </p:cNvPr>
          <p:cNvSpPr>
            <a:spLocks noGrp="1"/>
          </p:cNvSpPr>
          <p:nvPr>
            <p:ph type="body" sz="half" idx="1"/>
          </p:nvPr>
        </p:nvSpPr>
        <p:spPr>
          <a:xfrm>
            <a:off x="457200" y="914400"/>
            <a:ext cx="7189200" cy="5543550"/>
          </a:xfrm>
        </p:spPr>
        <p:txBody>
          <a:bodyPr/>
          <a:lstStyle/>
          <a:p>
            <a:pPr marL="342900" indent="-342900" algn="l">
              <a:buFont typeface="+mj-lt"/>
              <a:buAutoNum type="arabicPeriod"/>
            </a:pPr>
            <a:r>
              <a:rPr lang="en-US" altLang="en-US" dirty="0">
                <a:latin typeface="Arial" panose="020B0604020202020204" pitchFamily="34" charset="0"/>
                <a:cs typeface="Arial" panose="020B0604020202020204" pitchFamily="34" charset="0"/>
              </a:rPr>
              <a:t>False positives exist in StackHawk. This is the reason I have office hours every Tuesday and Thursday!</a:t>
            </a:r>
          </a:p>
          <a:p>
            <a:pPr marL="342900" indent="-342900">
              <a:buFont typeface="+mj-lt"/>
              <a:buAutoNum type="arabicPeriod"/>
            </a:pPr>
            <a:r>
              <a:rPr lang="en-US" altLang="en-US" dirty="0">
                <a:latin typeface="Arial" panose="020B0604020202020204" pitchFamily="34" charset="0"/>
                <a:cs typeface="Arial" panose="020B0604020202020204" pitchFamily="34" charset="0"/>
              </a:rPr>
              <a:t>In addition to this, “Technology Flags” can be set on StackHawk per-app to tune the scanner.</a:t>
            </a: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r>
              <a:rPr lang="en-US" altLang="en-US" dirty="0">
                <a:latin typeface="Arial" panose="020B0604020202020204" pitchFamily="34" charset="0"/>
                <a:cs typeface="Arial" panose="020B0604020202020204" pitchFamily="34" charset="0"/>
              </a:rPr>
              <a:t>I have very detailed guidance about False Positives here as well:</a:t>
            </a:r>
          </a:p>
          <a:p>
            <a:pPr marL="571500" lvl="1" indent="-342900">
              <a:buFont typeface="+mj-lt"/>
              <a:buAutoNum type="arabicPeriod"/>
            </a:pPr>
            <a:r>
              <a:rPr lang="en-US" altLang="en-US" dirty="0">
                <a:latin typeface="Arial" panose="020B0604020202020204" pitchFamily="34" charset="0"/>
                <a:cs typeface="Arial" panose="020B0604020202020204" pitchFamily="34" charset="0"/>
                <a:hlinkClick r:id="rId3"/>
              </a:rPr>
              <a:t>https://bayview0.sharepoint.com/sites/ApplicationSecurity/SitePages/Wiz-Dev-Quick-Start-Guide.aspx#what-about-incorrect-detections-or-unfixable-issues</a:t>
            </a:r>
            <a:r>
              <a:rPr lang="en-US" altLang="en-US" dirty="0">
                <a:latin typeface="Arial" panose="020B0604020202020204" pitchFamily="34" charset="0"/>
                <a:cs typeface="Arial" panose="020B0604020202020204" pitchFamily="34" charset="0"/>
              </a:rPr>
              <a:t> </a:t>
            </a:r>
          </a:p>
          <a:p>
            <a:pPr marL="342900" indent="-342900">
              <a:buFont typeface="+mj-lt"/>
              <a:buAutoNum type="arabicPeriod"/>
            </a:pPr>
            <a:r>
              <a:rPr lang="en-US" altLang="en-US" dirty="0">
                <a:latin typeface="Arial" panose="020B0604020202020204" pitchFamily="34" charset="0"/>
                <a:cs typeface="Arial" panose="020B0604020202020204" pitchFamily="34" charset="0"/>
              </a:rPr>
              <a:t>It is likely we can correlate findings between Wiz (a far less noisy SAST/SCA/</a:t>
            </a:r>
            <a:r>
              <a:rPr lang="en-US" altLang="en-US" dirty="0" err="1">
                <a:latin typeface="Arial" panose="020B0604020202020204" pitchFamily="34" charset="0"/>
                <a:cs typeface="Arial" panose="020B0604020202020204" pitchFamily="34" charset="0"/>
              </a:rPr>
              <a:t>IaC</a:t>
            </a:r>
            <a:r>
              <a:rPr lang="en-US" altLang="en-US" dirty="0">
                <a:latin typeface="Arial" panose="020B0604020202020204" pitchFamily="34" charset="0"/>
                <a:cs typeface="Arial" panose="020B0604020202020204" pitchFamily="34" charset="0"/>
              </a:rPr>
              <a:t>/Secrets/Cloud scanner) and StackHawk.</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Previously when we used Snyk (we have now switched to Wiz), we had an integration with StackHawk. It is likely we will see a Wiz integration.</a:t>
            </a:r>
          </a:p>
        </p:txBody>
      </p:sp>
      <p:sp>
        <p:nvSpPr>
          <p:cNvPr id="7171" name="Slide Number Placeholder 3">
            <a:extLst>
              <a:ext uri="{FF2B5EF4-FFF2-40B4-BE49-F238E27FC236}">
                <a16:creationId xmlns:a16="http://schemas.microsoft.com/office/drawing/2014/main" id="{92911419-2A2E-9916-2DDC-889CB06AB89C}"/>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8</a:t>
            </a:fld>
            <a:endParaRPr lang="en-US" altLang="en-US" sz="900">
              <a:solidFill>
                <a:schemeClr val="bg1"/>
              </a:solidFill>
            </a:endParaRPr>
          </a:p>
        </p:txBody>
      </p:sp>
      <p:sp>
        <p:nvSpPr>
          <p:cNvPr id="7172" name="Title 2">
            <a:extLst>
              <a:ext uri="{FF2B5EF4-FFF2-40B4-BE49-F238E27FC236}">
                <a16:creationId xmlns:a16="http://schemas.microsoft.com/office/drawing/2014/main" id="{D30906D2-971A-4D7E-3AA4-DB713E32E61B}"/>
              </a:ext>
            </a:extLst>
          </p:cNvPr>
          <p:cNvSpPr>
            <a:spLocks noGrp="1"/>
          </p:cNvSpPr>
          <p:nvPr>
            <p:ph type="title"/>
          </p:nvPr>
        </p:nvSpPr>
        <p:spPr>
          <a:xfrm>
            <a:off x="457200" y="182880"/>
            <a:ext cx="8467725" cy="640080"/>
          </a:xfrm>
        </p:spPr>
        <p:txBody>
          <a:bodyPr/>
          <a:lstStyle/>
          <a:p>
            <a:r>
              <a:rPr lang="en-US" dirty="0"/>
              <a:t>What about noise? False Positives?</a:t>
            </a:r>
          </a:p>
        </p:txBody>
      </p:sp>
      <p:sp>
        <p:nvSpPr>
          <p:cNvPr id="12" name="Title 2">
            <a:extLst>
              <a:ext uri="{FF2B5EF4-FFF2-40B4-BE49-F238E27FC236}">
                <a16:creationId xmlns:a16="http://schemas.microsoft.com/office/drawing/2014/main" id="{CA5F84D2-CB6C-C524-4CB8-7AA44CD03D14}"/>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391CFCC2-FC6D-404C-1BF2-30FB3D3F8D31}"/>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pic>
        <p:nvPicPr>
          <p:cNvPr id="3" name="Picture 2">
            <a:extLst>
              <a:ext uri="{FF2B5EF4-FFF2-40B4-BE49-F238E27FC236}">
                <a16:creationId xmlns:a16="http://schemas.microsoft.com/office/drawing/2014/main" id="{3DC9CE5F-0F69-FDD8-38CC-921F15120D5D}"/>
              </a:ext>
            </a:extLst>
          </p:cNvPr>
          <p:cNvPicPr>
            <a:picLocks noChangeAspect="1"/>
          </p:cNvPicPr>
          <p:nvPr/>
        </p:nvPicPr>
        <p:blipFill>
          <a:blip r:embed="rId4"/>
          <a:stretch>
            <a:fillRect/>
          </a:stretch>
        </p:blipFill>
        <p:spPr>
          <a:xfrm>
            <a:off x="7732514" y="1082455"/>
            <a:ext cx="4002286" cy="2701636"/>
          </a:xfrm>
          <a:prstGeom prst="rect">
            <a:avLst/>
          </a:prstGeom>
        </p:spPr>
      </p:pic>
    </p:spTree>
    <p:extLst>
      <p:ext uri="{BB962C8B-B14F-4D97-AF65-F5344CB8AC3E}">
        <p14:creationId xmlns:p14="http://schemas.microsoft.com/office/powerpoint/2010/main" val="4207722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D364E-D121-BAA8-008F-4252AC9DEF9B}"/>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9EF1A50A-DBD3-9E58-B547-40DA14CDE9B2}"/>
              </a:ext>
            </a:extLst>
          </p:cNvPr>
          <p:cNvSpPr>
            <a:spLocks noGrp="1"/>
          </p:cNvSpPr>
          <p:nvPr>
            <p:ph type="body" sz="half" idx="1"/>
          </p:nvPr>
        </p:nvSpPr>
        <p:spPr>
          <a:xfrm>
            <a:off x="457200" y="914400"/>
            <a:ext cx="11430000" cy="5543550"/>
          </a:xfrm>
        </p:spPr>
        <p:txBody>
          <a:bodyPr/>
          <a:lstStyle/>
          <a:p>
            <a:pPr marL="342900" indent="-342900" algn="l">
              <a:buFont typeface="+mj-lt"/>
              <a:buAutoNum type="arabicPeriod"/>
            </a:pPr>
            <a:r>
              <a:rPr lang="en-US" altLang="en-US" dirty="0">
                <a:latin typeface="Arial" panose="020B0604020202020204" pitchFamily="34" charset="0"/>
                <a:cs typeface="Arial" panose="020B0604020202020204" pitchFamily="34" charset="0"/>
              </a:rPr>
              <a:t>Good news for AI coding tool users: StackHawk has agentic tooling available. It provides 2 Tools:</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a:t>
            </a:r>
            <a:r>
              <a:rPr lang="en-US" altLang="en-US" dirty="0" err="1">
                <a:latin typeface="Arial" panose="020B0604020202020204" pitchFamily="34" charset="0"/>
                <a:cs typeface="Arial" panose="020B0604020202020204" pitchFamily="34" charset="0"/>
              </a:rPr>
              <a:t>HawkScan</a:t>
            </a:r>
            <a:r>
              <a:rPr lang="en-US" altLang="en-US" dirty="0">
                <a:latin typeface="Arial" panose="020B0604020202020204" pitchFamily="34" charset="0"/>
                <a:cs typeface="Arial" panose="020B0604020202020204" pitchFamily="34" charset="0"/>
              </a:rPr>
              <a:t>” – Run DAST scans and view results.</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“API” – query the StackHawk API</a:t>
            </a:r>
          </a:p>
          <a:p>
            <a:pPr marL="571500" lvl="1"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r>
              <a:rPr lang="en-US" altLang="en-US" dirty="0">
                <a:latin typeface="Arial" panose="020B0604020202020204" pitchFamily="34" charset="0"/>
                <a:cs typeface="Arial" panose="020B0604020202020204" pitchFamily="34" charset="0"/>
              </a:rPr>
              <a:t>This means that you can run StackHawk scans by simply asking an LLM to “</a:t>
            </a:r>
            <a:r>
              <a:rPr lang="en-US" altLang="en-US" dirty="0">
                <a:latin typeface="Aptos Mono" panose="020F0502020204030204" pitchFamily="49" charset="0"/>
                <a:cs typeface="Arial" panose="020B0604020202020204" pitchFamily="34" charset="0"/>
              </a:rPr>
              <a:t>Please run a StackHawk scan</a:t>
            </a:r>
            <a:r>
              <a:rPr lang="en-US" altLang="en-US" dirty="0">
                <a:latin typeface="Arial" panose="020B0604020202020204" pitchFamily="34" charset="0"/>
                <a:cs typeface="Arial" panose="020B0604020202020204" pitchFamily="34" charset="0"/>
              </a:rPr>
              <a:t>.” </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No need for long CLI arguments or manually editing YAML files!</a:t>
            </a: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r>
              <a:rPr lang="en-US" altLang="en-US" dirty="0">
                <a:latin typeface="Arial" panose="020B0604020202020204" pitchFamily="34" charset="0"/>
                <a:cs typeface="Arial" panose="020B0604020202020204" pitchFamily="34" charset="0"/>
              </a:rPr>
              <a:t>We currently have a demo of this with the vendor – if you’d like to be included, please ping Henry Post on MS Teams.</a:t>
            </a:r>
          </a:p>
          <a:p>
            <a:pPr marL="571500" lvl="1" indent="-342900">
              <a:buFont typeface="+mj-lt"/>
              <a:buAutoNum type="arabicPeriod"/>
            </a:pPr>
            <a:r>
              <a:rPr lang="en-US" altLang="en-US" b="1" dirty="0">
                <a:latin typeface="Arial" panose="020B0604020202020204" pitchFamily="34" charset="0"/>
                <a:cs typeface="Arial" panose="020B0604020202020204" pitchFamily="34" charset="0"/>
              </a:rPr>
              <a:t>Guillermo Otero and myself, and </a:t>
            </a:r>
            <a:r>
              <a:rPr lang="en-US" altLang="en-US" b="1">
                <a:latin typeface="Arial" panose="020B0604020202020204" pitchFamily="34" charset="0"/>
                <a:cs typeface="Arial" panose="020B0604020202020204" pitchFamily="34" charset="0"/>
              </a:rPr>
              <a:t>the vendor (Scott G, Joni) </a:t>
            </a:r>
            <a:r>
              <a:rPr lang="en-US" altLang="en-US" dirty="0">
                <a:latin typeface="Arial" panose="020B0604020202020204" pitchFamily="34" charset="0"/>
                <a:cs typeface="Arial" panose="020B0604020202020204" pitchFamily="34" charset="0"/>
              </a:rPr>
              <a:t>were able to use an Agent Skills (or “Cursor Rules”) from StackHawk to automate the creation and onboarding of a frontend and backend with Cursor editor and StackHawk, as well as start running scans.</a:t>
            </a: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pPr marL="342900" indent="-342900">
              <a:buFont typeface="+mj-lt"/>
              <a:buAutoNum type="arabicPeriod"/>
            </a:pPr>
            <a:endParaRPr lang="en-US" altLang="en-US" dirty="0">
              <a:latin typeface="Arial" panose="020B0604020202020204" pitchFamily="34" charset="0"/>
              <a:cs typeface="Arial" panose="020B0604020202020204" pitchFamily="34" charset="0"/>
            </a:endParaRPr>
          </a:p>
          <a:p>
            <a:r>
              <a:rPr lang="sv-SE" b="1" dirty="0"/>
              <a:t>Full setup guide: </a:t>
            </a:r>
            <a:r>
              <a:rPr lang="sv-SE" dirty="0">
                <a:hlinkClick r:id="rId3" tooltip="https://url.us.m.mimecastprotect.com/s/FefICXDw9qtm8yB0U6fMTWFTnB?domain=docs.stackhawk.com/"/>
              </a:rPr>
              <a:t>https://docs.stackhawk.com/ai-security/agentic-dast-guide/</a:t>
            </a:r>
            <a:endParaRPr lang="sv-SE" dirty="0"/>
          </a:p>
          <a:p>
            <a:r>
              <a:rPr lang="sv-SE" b="1" dirty="0"/>
              <a:t>Agent Skills overview: </a:t>
            </a:r>
            <a:r>
              <a:rPr lang="sv-SE" dirty="0">
                <a:hlinkClick r:id="rId4" tooltip="https://url.us.m.mimecastprotect.com/s/OqcwCYEx9ru5nJkOfGhYTx-N-d?domain=docs.stackhawk.com/"/>
              </a:rPr>
              <a:t>https://docs.stackhawk.com/ai-security/agent-skills/</a:t>
            </a:r>
            <a:endParaRPr lang="sv-SE" dirty="0"/>
          </a:p>
          <a:p>
            <a:r>
              <a:rPr lang="sv-SE" b="1" dirty="0"/>
              <a:t>GitHub: </a:t>
            </a:r>
            <a:r>
              <a:rPr lang="sv-SE" dirty="0">
                <a:hlinkClick r:id="rId5" tooltip="https://url.us.m.mimecastprotect.com/s/LtnMCZ6y9vtzkVP2fKi8TBQDe0?domain=github.com"/>
              </a:rPr>
              <a:t>https://github.com/stackhawk/agent-skills</a:t>
            </a:r>
            <a:endParaRPr lang="sv-SE" dirty="0"/>
          </a:p>
          <a:p>
            <a:r>
              <a:rPr lang="en-US" altLang="en-US" b="1" dirty="0">
                <a:latin typeface="Arial" panose="020B0604020202020204" pitchFamily="34" charset="0"/>
                <a:cs typeface="Arial" panose="020B0604020202020204" pitchFamily="34" charset="0"/>
              </a:rPr>
              <a:t>See also</a:t>
            </a:r>
            <a:r>
              <a:rPr lang="en-US" altLang="en-US"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hlinkClick r:id="rId6"/>
              </a:rPr>
              <a:t>https://docs.stackhawk.com/ai-security/</a:t>
            </a:r>
            <a:r>
              <a:rPr lang="en-US" altLang="en-US" dirty="0">
                <a:latin typeface="Arial" panose="020B0604020202020204" pitchFamily="34" charset="0"/>
                <a:cs typeface="Arial" panose="020B0604020202020204" pitchFamily="34" charset="0"/>
              </a:rPr>
              <a:t>  </a:t>
            </a:r>
          </a:p>
        </p:txBody>
      </p:sp>
      <p:sp>
        <p:nvSpPr>
          <p:cNvPr id="7171" name="Slide Number Placeholder 3">
            <a:extLst>
              <a:ext uri="{FF2B5EF4-FFF2-40B4-BE49-F238E27FC236}">
                <a16:creationId xmlns:a16="http://schemas.microsoft.com/office/drawing/2014/main" id="{A03AD2F0-4E09-F8FD-3425-0A2A1974D998}"/>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9</a:t>
            </a:fld>
            <a:endParaRPr lang="en-US" altLang="en-US" sz="900">
              <a:solidFill>
                <a:schemeClr val="bg1"/>
              </a:solidFill>
            </a:endParaRPr>
          </a:p>
        </p:txBody>
      </p:sp>
      <p:sp>
        <p:nvSpPr>
          <p:cNvPr id="7172" name="Title 2">
            <a:extLst>
              <a:ext uri="{FF2B5EF4-FFF2-40B4-BE49-F238E27FC236}">
                <a16:creationId xmlns:a16="http://schemas.microsoft.com/office/drawing/2014/main" id="{81D5920F-3F64-8779-E7BE-EE5CA2A97327}"/>
              </a:ext>
            </a:extLst>
          </p:cNvPr>
          <p:cNvSpPr>
            <a:spLocks noGrp="1"/>
          </p:cNvSpPr>
          <p:nvPr>
            <p:ph type="title"/>
          </p:nvPr>
        </p:nvSpPr>
        <p:spPr>
          <a:xfrm>
            <a:off x="457200" y="182880"/>
            <a:ext cx="8467725" cy="640080"/>
          </a:xfrm>
        </p:spPr>
        <p:txBody>
          <a:bodyPr/>
          <a:lstStyle/>
          <a:p>
            <a:r>
              <a:rPr lang="en-US" dirty="0"/>
              <a:t>AI Tool Use</a:t>
            </a:r>
          </a:p>
        </p:txBody>
      </p:sp>
      <p:sp>
        <p:nvSpPr>
          <p:cNvPr id="12" name="Title 2">
            <a:extLst>
              <a:ext uri="{FF2B5EF4-FFF2-40B4-BE49-F238E27FC236}">
                <a16:creationId xmlns:a16="http://schemas.microsoft.com/office/drawing/2014/main" id="{A718EE0D-1329-5E8B-F635-327FC33EDFB7}"/>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21995DBC-A678-A2E6-9372-013D41E9A611}"/>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spTree>
    <p:extLst>
      <p:ext uri="{BB962C8B-B14F-4D97-AF65-F5344CB8AC3E}">
        <p14:creationId xmlns:p14="http://schemas.microsoft.com/office/powerpoint/2010/main" val="3853003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34755-631D-DD4C-0186-BA85E6A68032}"/>
            </a:ext>
          </a:extLst>
        </p:cNvPr>
        <p:cNvGrpSpPr/>
        <p:nvPr/>
      </p:nvGrpSpPr>
      <p:grpSpPr>
        <a:xfrm>
          <a:off x="0" y="0"/>
          <a:ext cx="0" cy="0"/>
          <a:chOff x="0" y="0"/>
          <a:chExt cx="0" cy="0"/>
        </a:xfrm>
      </p:grpSpPr>
      <p:sp>
        <p:nvSpPr>
          <p:cNvPr id="6146" name="Text Placeholder 2">
            <a:extLst>
              <a:ext uri="{FF2B5EF4-FFF2-40B4-BE49-F238E27FC236}">
                <a16:creationId xmlns:a16="http://schemas.microsoft.com/office/drawing/2014/main" id="{CFA6EB9A-220F-3CF5-F5ED-8527905DCBEA}"/>
              </a:ext>
            </a:extLst>
          </p:cNvPr>
          <p:cNvSpPr>
            <a:spLocks noGrp="1"/>
          </p:cNvSpPr>
          <p:nvPr>
            <p:ph type="body" sz="half" idx="1"/>
          </p:nvPr>
        </p:nvSpPr>
        <p:spPr>
          <a:xfrm>
            <a:off x="457200" y="914400"/>
            <a:ext cx="11430000" cy="5543550"/>
          </a:xfrm>
        </p:spPr>
        <p:txBody>
          <a:bodyPr/>
          <a:lstStyle/>
          <a:p>
            <a:pPr marL="342900" indent="-342900" algn="l">
              <a:buFont typeface="+mj-lt"/>
              <a:buAutoNum type="arabicPeriod"/>
            </a:pPr>
            <a:r>
              <a:rPr lang="en-US" altLang="en-US" dirty="0">
                <a:latin typeface="Arial" panose="020B0604020202020204" pitchFamily="34" charset="0"/>
                <a:cs typeface="Arial" panose="020B0604020202020204" pitchFamily="34" charset="0"/>
              </a:rPr>
              <a:t>When do we run StackHawk scans in CICD?</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It depends. Some teams don’t have CICD integrations and I run a periodic job weekly that scans 50 of our internal apps.</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Ideally, it’d be post-dev-deploy, and then once per environment (DEV/UAT/PROD)</a:t>
            </a:r>
          </a:p>
          <a:p>
            <a:pPr marL="342900" indent="-342900">
              <a:buFont typeface="+mj-lt"/>
              <a:buAutoNum type="arabicPeriod"/>
            </a:pPr>
            <a:r>
              <a:rPr lang="en-US" altLang="en-US" dirty="0">
                <a:latin typeface="Arial" panose="020B0604020202020204" pitchFamily="34" charset="0"/>
                <a:cs typeface="Arial" panose="020B0604020202020204" pitchFamily="34" charset="0"/>
              </a:rPr>
              <a:t>Can my team use StackHawk?</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Yes, if you have an </a:t>
            </a:r>
            <a:r>
              <a:rPr lang="en-US" altLang="en-US">
                <a:latin typeface="Arial" panose="020B0604020202020204" pitchFamily="34" charset="0"/>
                <a:cs typeface="Arial" panose="020B0604020202020204" pitchFamily="34" charset="0"/>
              </a:rPr>
              <a:t>app with an </a:t>
            </a:r>
            <a:r>
              <a:rPr lang="en-US" altLang="en-US" dirty="0">
                <a:latin typeface="Arial" panose="020B0604020202020204" pitchFamily="34" charset="0"/>
                <a:cs typeface="Arial" panose="020B0604020202020204" pitchFamily="34" charset="0"/>
              </a:rPr>
              <a:t>HTTP endpoint, it can! I recommend it.</a:t>
            </a:r>
          </a:p>
          <a:p>
            <a:pPr marL="342900" indent="-342900">
              <a:buFont typeface="+mj-lt"/>
              <a:buAutoNum type="arabicPeriod"/>
            </a:pPr>
            <a:r>
              <a:rPr lang="en-US" altLang="en-US" dirty="0">
                <a:latin typeface="Arial" panose="020B0604020202020204" pitchFamily="34" charset="0"/>
                <a:cs typeface="Arial" panose="020B0604020202020204" pitchFamily="34" charset="0"/>
              </a:rPr>
              <a:t>How long do scans take?</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Scans can take between 10 minutes to an hour, depending on the complexity of your app, so I recommend running them as an async job with no upstream dependent jobs in CICD, so that releases don’t get blocked.</a:t>
            </a:r>
          </a:p>
          <a:p>
            <a:pPr marL="342900" indent="-342900">
              <a:buFont typeface="+mj-lt"/>
              <a:buAutoNum type="arabicPeriod"/>
            </a:pPr>
            <a:r>
              <a:rPr lang="en-US" altLang="en-US" dirty="0">
                <a:latin typeface="Arial" panose="020B0604020202020204" pitchFamily="34" charset="0"/>
                <a:cs typeface="Arial" panose="020B0604020202020204" pitchFamily="34" charset="0"/>
              </a:rPr>
              <a:t>Why StackHawk? Why not another DAST tool?</a:t>
            </a:r>
          </a:p>
          <a:p>
            <a:pPr marL="571500" lvl="1" indent="-342900">
              <a:buFont typeface="+mj-lt"/>
              <a:buAutoNum type="arabicPeriod"/>
            </a:pPr>
            <a:r>
              <a:rPr lang="en-US" altLang="en-US" dirty="0">
                <a:latin typeface="Arial" panose="020B0604020202020204" pitchFamily="34" charset="0"/>
                <a:cs typeface="Arial" panose="020B0604020202020204" pitchFamily="34" charset="0"/>
              </a:rPr>
              <a:t>One of the biggest strengths of StackHawk is its declarative YAML language, meaning that all scans are highly automatable and scanning 50 apps in one go requires relatively little manual setup, other than setting up the auth flow, but Flight Path takes care of that.</a:t>
            </a:r>
          </a:p>
          <a:p>
            <a:pPr marL="342900" indent="-342900">
              <a:buFont typeface="+mj-lt"/>
              <a:buAutoNum type="arabicPeriod"/>
            </a:pPr>
            <a:r>
              <a:rPr lang="en-US" altLang="en-US" b="1" u="sng" dirty="0">
                <a:latin typeface="Arial" panose="020B0604020202020204" pitchFamily="34" charset="0"/>
                <a:cs typeface="Arial" panose="020B0604020202020204" pitchFamily="34" charset="0"/>
              </a:rPr>
              <a:t>&lt;Please feel free to ask a question&gt;</a:t>
            </a:r>
          </a:p>
        </p:txBody>
      </p:sp>
      <p:sp>
        <p:nvSpPr>
          <p:cNvPr id="7171" name="Slide Number Placeholder 3">
            <a:extLst>
              <a:ext uri="{FF2B5EF4-FFF2-40B4-BE49-F238E27FC236}">
                <a16:creationId xmlns:a16="http://schemas.microsoft.com/office/drawing/2014/main" id="{7105E64C-95D8-C79B-5D52-BEA2294B27F6}"/>
              </a:ext>
            </a:extLst>
          </p:cNvPr>
          <p:cNvSpPr>
            <a:spLocks noGrp="1"/>
          </p:cNvSpPr>
          <p:nvPr>
            <p:ph type="sldNum" sz="quarter" idx="4294967295"/>
          </p:nvPr>
        </p:nvSpPr>
        <p:spPr>
          <a:xfrm>
            <a:off x="10160000" y="6553200"/>
            <a:ext cx="1727200" cy="228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
                <a:solidFill>
                  <a:srgbClr val="003366"/>
                </a:solidFill>
                <a:latin typeface="Arial" panose="020B0604020202020204" pitchFamily="34" charset="0"/>
                <a:cs typeface="Arial" panose="020B0604020202020204" pitchFamily="34" charset="0"/>
              </a:defRPr>
            </a:lvl1pPr>
            <a:lvl2pPr marL="557213" indent="-214313">
              <a:defRPr sz="600">
                <a:solidFill>
                  <a:srgbClr val="003366"/>
                </a:solidFill>
                <a:latin typeface="Arial" panose="020B0604020202020204" pitchFamily="34" charset="0"/>
                <a:cs typeface="Arial" panose="020B0604020202020204" pitchFamily="34" charset="0"/>
              </a:defRPr>
            </a:lvl2pPr>
            <a:lvl3pPr marL="857250" indent="-171450">
              <a:defRPr sz="600">
                <a:solidFill>
                  <a:srgbClr val="003366"/>
                </a:solidFill>
                <a:latin typeface="Arial" panose="020B0604020202020204" pitchFamily="34" charset="0"/>
                <a:cs typeface="Arial" panose="020B0604020202020204" pitchFamily="34" charset="0"/>
              </a:defRPr>
            </a:lvl3pPr>
            <a:lvl4pPr marL="1200150" indent="-171450">
              <a:defRPr sz="600">
                <a:solidFill>
                  <a:srgbClr val="003366"/>
                </a:solidFill>
                <a:latin typeface="Arial" panose="020B0604020202020204" pitchFamily="34" charset="0"/>
                <a:cs typeface="Arial" panose="020B0604020202020204" pitchFamily="34" charset="0"/>
              </a:defRPr>
            </a:lvl4pPr>
            <a:lvl5pPr marL="1543050" indent="-171450">
              <a:defRPr sz="600">
                <a:solidFill>
                  <a:srgbClr val="003366"/>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sz="600">
                <a:solidFill>
                  <a:srgbClr val="003366"/>
                </a:solidFill>
                <a:latin typeface="Arial" panose="020B0604020202020204" pitchFamily="34" charset="0"/>
                <a:cs typeface="Arial" panose="020B0604020202020204" pitchFamily="34" charset="0"/>
              </a:defRPr>
            </a:lvl9pPr>
          </a:lstStyle>
          <a:p>
            <a:fld id="{7E715DC2-0728-4765-960B-3867E6882CA1}" type="slidenum">
              <a:rPr lang="en-US" altLang="en-US" sz="900">
                <a:solidFill>
                  <a:schemeClr val="bg1"/>
                </a:solidFill>
              </a:rPr>
              <a:pPr/>
              <a:t>10</a:t>
            </a:fld>
            <a:endParaRPr lang="en-US" altLang="en-US" sz="900">
              <a:solidFill>
                <a:schemeClr val="bg1"/>
              </a:solidFill>
            </a:endParaRPr>
          </a:p>
        </p:txBody>
      </p:sp>
      <p:sp>
        <p:nvSpPr>
          <p:cNvPr id="7172" name="Title 2">
            <a:extLst>
              <a:ext uri="{FF2B5EF4-FFF2-40B4-BE49-F238E27FC236}">
                <a16:creationId xmlns:a16="http://schemas.microsoft.com/office/drawing/2014/main" id="{C7CFA1A0-8B53-7FA8-2576-B14AE5A442F6}"/>
              </a:ext>
            </a:extLst>
          </p:cNvPr>
          <p:cNvSpPr>
            <a:spLocks noGrp="1"/>
          </p:cNvSpPr>
          <p:nvPr>
            <p:ph type="title"/>
          </p:nvPr>
        </p:nvSpPr>
        <p:spPr>
          <a:xfrm>
            <a:off x="457200" y="182880"/>
            <a:ext cx="8467725" cy="640080"/>
          </a:xfrm>
        </p:spPr>
        <p:txBody>
          <a:bodyPr/>
          <a:lstStyle/>
          <a:p>
            <a:r>
              <a:rPr lang="en-US" dirty="0"/>
              <a:t>FAQ and Questions</a:t>
            </a:r>
          </a:p>
        </p:txBody>
      </p:sp>
      <p:sp>
        <p:nvSpPr>
          <p:cNvPr id="12" name="Title 2">
            <a:extLst>
              <a:ext uri="{FF2B5EF4-FFF2-40B4-BE49-F238E27FC236}">
                <a16:creationId xmlns:a16="http://schemas.microsoft.com/office/drawing/2014/main" id="{AF4CD6BE-E106-30F1-C3A8-BC6B06C9401B}"/>
              </a:ext>
            </a:extLst>
          </p:cNvPr>
          <p:cNvSpPr txBox="1">
            <a:spLocks/>
          </p:cNvSpPr>
          <p:nvPr/>
        </p:nvSpPr>
        <p:spPr bwMode="auto">
          <a:xfrm>
            <a:off x="3101580" y="1890219"/>
            <a:ext cx="5095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eaLnBrk="0" fontAlgn="base" hangingPunct="0">
              <a:spcBef>
                <a:spcPct val="0"/>
              </a:spcBef>
              <a:spcAft>
                <a:spcPct val="0"/>
              </a:spcAft>
              <a:defRPr sz="2000">
                <a:solidFill>
                  <a:srgbClr val="003D69"/>
                </a:solidFill>
                <a:latin typeface="+mj-lt"/>
                <a:ea typeface="+mj-ea"/>
                <a:cs typeface="+mj-cs"/>
              </a:defRPr>
            </a:lvl1pPr>
            <a:lvl2pPr algn="l" rtl="0" eaLnBrk="0" fontAlgn="base" hangingPunct="0">
              <a:spcBef>
                <a:spcPct val="0"/>
              </a:spcBef>
              <a:spcAft>
                <a:spcPct val="0"/>
              </a:spcAft>
              <a:defRPr sz="2000">
                <a:solidFill>
                  <a:srgbClr val="003D69"/>
                </a:solidFill>
                <a:latin typeface="HelveticaNeueLT Pro 65 Md"/>
              </a:defRPr>
            </a:lvl2pPr>
            <a:lvl3pPr algn="l" rtl="0" eaLnBrk="0" fontAlgn="base" hangingPunct="0">
              <a:spcBef>
                <a:spcPct val="0"/>
              </a:spcBef>
              <a:spcAft>
                <a:spcPct val="0"/>
              </a:spcAft>
              <a:defRPr sz="2000">
                <a:solidFill>
                  <a:srgbClr val="003D69"/>
                </a:solidFill>
                <a:latin typeface="HelveticaNeueLT Pro 65 Md"/>
              </a:defRPr>
            </a:lvl3pPr>
            <a:lvl4pPr algn="l" rtl="0" eaLnBrk="0" fontAlgn="base" hangingPunct="0">
              <a:spcBef>
                <a:spcPct val="0"/>
              </a:spcBef>
              <a:spcAft>
                <a:spcPct val="0"/>
              </a:spcAft>
              <a:defRPr sz="2000">
                <a:solidFill>
                  <a:srgbClr val="003D69"/>
                </a:solidFill>
                <a:latin typeface="HelveticaNeueLT Pro 65 Md"/>
              </a:defRPr>
            </a:lvl4pPr>
            <a:lvl5pPr algn="l" rtl="0" eaLnBrk="0" fontAlgn="base" hangingPunct="0">
              <a:spcBef>
                <a:spcPct val="0"/>
              </a:spcBef>
              <a:spcAft>
                <a:spcPct val="0"/>
              </a:spcAft>
              <a:defRPr sz="2000">
                <a:solidFill>
                  <a:srgbClr val="003D69"/>
                </a:solidFill>
                <a:latin typeface="HelveticaNeueLT Pro 65 Md"/>
              </a:defRPr>
            </a:lvl5pPr>
            <a:lvl6pPr marL="457200" algn="l" rtl="0" fontAlgn="base">
              <a:spcBef>
                <a:spcPct val="0"/>
              </a:spcBef>
              <a:spcAft>
                <a:spcPct val="0"/>
              </a:spcAft>
              <a:defRPr sz="2200" b="1">
                <a:solidFill>
                  <a:srgbClr val="003D69"/>
                </a:solidFill>
                <a:latin typeface="Arial" charset="0"/>
              </a:defRPr>
            </a:lvl6pPr>
            <a:lvl7pPr marL="914400" algn="l" rtl="0" fontAlgn="base">
              <a:spcBef>
                <a:spcPct val="0"/>
              </a:spcBef>
              <a:spcAft>
                <a:spcPct val="0"/>
              </a:spcAft>
              <a:defRPr sz="2200" b="1">
                <a:solidFill>
                  <a:srgbClr val="003D69"/>
                </a:solidFill>
                <a:latin typeface="Arial" charset="0"/>
              </a:defRPr>
            </a:lvl7pPr>
            <a:lvl8pPr marL="1371600" algn="l" rtl="0" fontAlgn="base">
              <a:spcBef>
                <a:spcPct val="0"/>
              </a:spcBef>
              <a:spcAft>
                <a:spcPct val="0"/>
              </a:spcAft>
              <a:defRPr sz="2200" b="1">
                <a:solidFill>
                  <a:srgbClr val="003D69"/>
                </a:solidFill>
                <a:latin typeface="Arial" charset="0"/>
              </a:defRPr>
            </a:lvl8pPr>
            <a:lvl9pPr marL="1828800" algn="l" rtl="0" fontAlgn="base">
              <a:spcBef>
                <a:spcPct val="0"/>
              </a:spcBef>
              <a:spcAft>
                <a:spcPct val="0"/>
              </a:spcAft>
              <a:defRPr sz="2200" b="1">
                <a:solidFill>
                  <a:srgbClr val="003D69"/>
                </a:solidFill>
                <a:latin typeface="Arial" charset="0"/>
              </a:defRPr>
            </a:lvl9pPr>
          </a:lstStyle>
          <a:p>
            <a:pPr>
              <a:defRPr/>
            </a:pPr>
            <a:endParaRPr lang="en-US" sz="1200" kern="0"/>
          </a:p>
        </p:txBody>
      </p:sp>
      <p:sp>
        <p:nvSpPr>
          <p:cNvPr id="7176" name="AutoShape 2" descr="https://usc-powerpoint.officeapps.live.com/pods/GetClipboardImage.ashx?Id=ddeb6509-a4e4-44be-9cf4-14d5ce8c69f4&amp;DC=PUS10&amp;pkey=c44f61af-a561-4bfb-aa53-698f8c4241b3&amp;wdwaccluster=PUS10">
            <a:extLst>
              <a:ext uri="{FF2B5EF4-FFF2-40B4-BE49-F238E27FC236}">
                <a16:creationId xmlns:a16="http://schemas.microsoft.com/office/drawing/2014/main" id="{ED1573F8-A5BE-1AB4-25E1-D8A3A148716D}"/>
              </a:ext>
            </a:extLst>
          </p:cNvPr>
          <p:cNvSpPr>
            <a:spLocks noChangeAspect="1" noChangeArrowheads="1"/>
          </p:cNvSpPr>
          <p:nvPr/>
        </p:nvSpPr>
        <p:spPr bwMode="auto">
          <a:xfrm>
            <a:off x="2778919"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rgbClr val="003366"/>
                </a:solidFill>
                <a:latin typeface="Arial" panose="020B0604020202020204" pitchFamily="34" charset="0"/>
                <a:cs typeface="Arial" panose="020B0604020202020204" pitchFamily="34" charset="0"/>
              </a:defRPr>
            </a:lvl1pPr>
            <a:lvl2pPr marL="742950" indent="-285750">
              <a:defRPr sz="800">
                <a:solidFill>
                  <a:srgbClr val="003366"/>
                </a:solidFill>
                <a:latin typeface="Arial" panose="020B0604020202020204" pitchFamily="34" charset="0"/>
                <a:cs typeface="Arial" panose="020B0604020202020204" pitchFamily="34" charset="0"/>
              </a:defRPr>
            </a:lvl2pPr>
            <a:lvl3pPr marL="1143000" indent="-228600">
              <a:defRPr sz="800">
                <a:solidFill>
                  <a:srgbClr val="003366"/>
                </a:solidFill>
                <a:latin typeface="Arial" panose="020B0604020202020204" pitchFamily="34" charset="0"/>
                <a:cs typeface="Arial" panose="020B0604020202020204" pitchFamily="34" charset="0"/>
              </a:defRPr>
            </a:lvl3pPr>
            <a:lvl4pPr marL="1600200" indent="-228600">
              <a:defRPr sz="800">
                <a:solidFill>
                  <a:srgbClr val="003366"/>
                </a:solidFill>
                <a:latin typeface="Arial" panose="020B0604020202020204" pitchFamily="34" charset="0"/>
                <a:cs typeface="Arial" panose="020B0604020202020204" pitchFamily="34" charset="0"/>
              </a:defRPr>
            </a:lvl4pPr>
            <a:lvl5pPr marL="2057400" indent="-228600">
              <a:defRPr sz="800">
                <a:solidFill>
                  <a:srgbClr val="003366"/>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800">
                <a:solidFill>
                  <a:srgbClr val="003366"/>
                </a:solidFill>
                <a:latin typeface="Arial" panose="020B0604020202020204" pitchFamily="34" charset="0"/>
                <a:cs typeface="Arial" panose="020B0604020202020204" pitchFamily="34" charset="0"/>
              </a:defRPr>
            </a:lvl9pPr>
          </a:lstStyle>
          <a:p>
            <a:endParaRPr lang="en-US" altLang="en-US" sz="600"/>
          </a:p>
        </p:txBody>
      </p:sp>
    </p:spTree>
    <p:extLst>
      <p:ext uri="{BB962C8B-B14F-4D97-AF65-F5344CB8AC3E}">
        <p14:creationId xmlns:p14="http://schemas.microsoft.com/office/powerpoint/2010/main" val="1262228888"/>
      </p:ext>
    </p:extLst>
  </p:cSld>
  <p:clrMapOvr>
    <a:masterClrMapping/>
  </p:clrMapOvr>
</p:sld>
</file>

<file path=ppt/theme/theme1.xml><?xml version="1.0" encoding="utf-8"?>
<a:theme xmlns:a="http://schemas.openxmlformats.org/drawingml/2006/main" name="2007_Bayvie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yview">
      <a:majorFont>
        <a:latin typeface="HelveticaNeueLT Pro 65 Md"/>
        <a:ea typeface=""/>
        <a:cs typeface=""/>
      </a:majorFont>
      <a:minorFont>
        <a:latin typeface="HelveticaNeueLT Pro 65 M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rgbClr val="FF9900"/>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800" b="0" i="0" u="none" strike="noStrike" cap="none" normalizeH="0" baseline="0" smtClean="0">
            <a:ln>
              <a:noFill/>
            </a:ln>
            <a:solidFill>
              <a:srgbClr val="003366"/>
            </a:solidFill>
            <a:effectLst/>
            <a:latin typeface="Arial" charset="0"/>
          </a:defRPr>
        </a:defPPr>
      </a:lstStyle>
    </a:spDef>
    <a:lnDef>
      <a:spPr bwMode="auto">
        <a:xfrm>
          <a:off x="0" y="0"/>
          <a:ext cx="1" cy="1"/>
        </a:xfrm>
        <a:custGeom>
          <a:avLst/>
          <a:gdLst/>
          <a:ahLst/>
          <a:cxnLst/>
          <a:rect l="0" t="0" r="0" b="0"/>
          <a:pathLst/>
        </a:custGeom>
        <a:solidFill>
          <a:schemeClr val="accent1"/>
        </a:solidFill>
        <a:ln w="19050" cap="flat" cmpd="sng" algn="ctr">
          <a:solidFill>
            <a:srgbClr val="FF9900"/>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800" b="0" i="0" u="none" strike="noStrike" cap="none" normalizeH="0" baseline="0" smtClean="0">
            <a:ln>
              <a:noFill/>
            </a:ln>
            <a:solidFill>
              <a:srgbClr val="003366"/>
            </a:solidFill>
            <a:effectLst/>
            <a:latin typeface="Arial" charset="0"/>
          </a:defRPr>
        </a:defPPr>
      </a:lstStyle>
    </a:lnDef>
  </a:objectDefaults>
  <a:extraClrSchemeLst>
    <a:extraClrScheme>
      <a:clrScheme name="2007_Bayview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007_Bayview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007_Bayview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007_Bayview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007_Bay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007_Bay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007_Bay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B8D792CF04CA54485B181F999321BCE" ma:contentTypeVersion="16" ma:contentTypeDescription="Create a new document." ma:contentTypeScope="" ma:versionID="9ac8c3b5907b40fbd630024cb4ba69a0">
  <xsd:schema xmlns:xsd="http://www.w3.org/2001/XMLSchema" xmlns:xs="http://www.w3.org/2001/XMLSchema" xmlns:p="http://schemas.microsoft.com/office/2006/metadata/properties" xmlns:ns1="http://schemas.microsoft.com/sharepoint/v3" xmlns:ns2="6ca9bcb0-4efa-4f67-b784-6083b04a2a80" xmlns:ns3="22ea2f7b-fe6f-4cea-94a2-f8529ccdbcba" targetNamespace="http://schemas.microsoft.com/office/2006/metadata/properties" ma:root="true" ma:fieldsID="d8bdfdeb07682d2965917f44fb2e5030" ns1:_="" ns2:_="" ns3:_="">
    <xsd:import namespace="http://schemas.microsoft.com/sharepoint/v3"/>
    <xsd:import namespace="6ca9bcb0-4efa-4f67-b784-6083b04a2a80"/>
    <xsd:import namespace="22ea2f7b-fe6f-4cea-94a2-f8529ccdbcb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LengthInSeconds" minOccurs="0"/>
                <xsd:element ref="ns2:MediaServiceDateTake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ca9bcb0-4efa-4f67-b784-6083b04a2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25646c8-beb0-4214-bb72-bcc2d6571c0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2ea2f7b-fe6f-4cea-94a2-f8529ccdbcb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49ca8da8-81b5-4e1f-b490-e5530d975492}" ma:internalName="TaxCatchAll" ma:showField="CatchAllData" ma:web="22ea2f7b-fe6f-4cea-94a2-f8529ccdbcba">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SharedWithUsers xmlns="22ea2f7b-fe6f-4cea-94a2-f8529ccdbcba">
      <UserInfo>
        <DisplayName>Steve Rodriguez</DisplayName>
        <AccountId>13</AccountId>
        <AccountType/>
      </UserInfo>
      <UserInfo>
        <DisplayName>Arturo Perez</DisplayName>
        <AccountId>19</AccountId>
        <AccountType/>
      </UserInfo>
      <UserInfo>
        <DisplayName>Nate Wilkey</DisplayName>
        <AccountId>23</AccountId>
        <AccountType/>
      </UserInfo>
      <UserInfo>
        <DisplayName>SharingLinks.43505ca2-475f-464c-967a-dd51e076091a.Flexible.59cb768e-bd32-4026-ad33-ab67ae9711e7</DisplayName>
        <AccountId>24</AccountId>
        <AccountType/>
      </UserInfo>
      <UserInfo>
        <DisplayName>Limited Access System Group For List 6ca9bcb0-4efa-4f67-b784-6083b04a2a80</DisplayName>
        <AccountId>25</AccountId>
        <AccountType/>
      </UserInfo>
      <UserInfo>
        <DisplayName>Alexander Suarez</DisplayName>
        <AccountId>33</AccountId>
        <AccountType/>
      </UserInfo>
      <UserInfo>
        <DisplayName>Eddie Buitrago</DisplayName>
        <AccountId>38</AccountId>
        <AccountType/>
      </UserInfo>
      <UserInfo>
        <DisplayName>Richard O'Brien</DisplayName>
        <AccountId>41</AccountId>
        <AccountType/>
      </UserInfo>
      <UserInfo>
        <DisplayName>Snezhanna Marcano</DisplayName>
        <AccountId>17</AccountId>
        <AccountType/>
      </UserInfo>
      <UserInfo>
        <DisplayName>Carlos Longa</DisplayName>
        <AccountId>494</AccountId>
        <AccountType/>
      </UserInfo>
    </SharedWithUsers>
    <lcf76f155ced4ddcb4097134ff3c332f xmlns="6ca9bcb0-4efa-4f67-b784-6083b04a2a80">
      <Terms xmlns="http://schemas.microsoft.com/office/infopath/2007/PartnerControls"/>
    </lcf76f155ced4ddcb4097134ff3c332f>
    <TaxCatchAll xmlns="22ea2f7b-fe6f-4cea-94a2-f8529ccdbcba"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F6EA1F8-3E0A-4E40-8734-0894C56E385A}">
  <ds:schemaRefs>
    <ds:schemaRef ds:uri="http://schemas.microsoft.com/office/2006/metadata/longProperties"/>
  </ds:schemaRefs>
</ds:datastoreItem>
</file>

<file path=customXml/itemProps2.xml><?xml version="1.0" encoding="utf-8"?>
<ds:datastoreItem xmlns:ds="http://schemas.openxmlformats.org/officeDocument/2006/customXml" ds:itemID="{98CD8EF3-65FB-4A6D-9029-7BCB8F85C4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ca9bcb0-4efa-4f67-b784-6083b04a2a80"/>
    <ds:schemaRef ds:uri="22ea2f7b-fe6f-4cea-94a2-f8529ccdbc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2C09789-3378-4FA8-A6D3-F0B2F7EE8E84}">
  <ds:schemaRefs>
    <ds:schemaRef ds:uri="http://schemas.microsoft.com/sharepoint/v3/contenttype/forms"/>
  </ds:schemaRefs>
</ds:datastoreItem>
</file>

<file path=customXml/itemProps4.xml><?xml version="1.0" encoding="utf-8"?>
<ds:datastoreItem xmlns:ds="http://schemas.openxmlformats.org/officeDocument/2006/customXml" ds:itemID="{6C153F97-6355-45EB-993A-4CD212C74417}">
  <ds:schemaRefs>
    <ds:schemaRef ds:uri="22ea2f7b-fe6f-4cea-94a2-f8529ccdbcba"/>
    <ds:schemaRef ds:uri="http://schemas.microsoft.com/office/2006/metadata/properties"/>
    <ds:schemaRef ds:uri="http://purl.org/dc/terms/"/>
    <ds:schemaRef ds:uri="http://purl.org/dc/dcmitype/"/>
    <ds:schemaRef ds:uri="6ca9bcb0-4efa-4f67-b784-6083b04a2a80"/>
    <ds:schemaRef ds:uri="http://schemas.microsoft.com/office/2006/documentManagement/types"/>
    <ds:schemaRef ds:uri="http://purl.org/dc/elements/1.1/"/>
    <ds:schemaRef ds:uri="http://schemas.openxmlformats.org/package/2006/metadata/core-properties"/>
    <ds:schemaRef ds:uri="http://schemas.microsoft.com/office/infopath/2007/PartnerControls"/>
    <ds:schemaRef ds:uri="http://www.w3.org/XML/1998/namespace"/>
    <ds:schemaRef ds:uri="http://schemas.microsoft.com/sharepoint/v3"/>
  </ds:schemaRefs>
</ds:datastoreItem>
</file>

<file path=docMetadata/LabelInfo.xml><?xml version="1.0" encoding="utf-8"?>
<clbl:labelList xmlns:clbl="http://schemas.microsoft.com/office/2020/mipLabelMetadata">
  <clbl:label id="{427e0154-5da1-4a9f-a0dd-5cf024181008}" enabled="1" method="Privileged" siteId="{b69d2824-6a9f-4f56-8c46-af69a163f597}" removed="0"/>
</clbl:labelList>
</file>

<file path=docProps/app.xml><?xml version="1.0" encoding="utf-8"?>
<Properties xmlns="http://schemas.openxmlformats.org/officeDocument/2006/extended-properties" xmlns:vt="http://schemas.openxmlformats.org/officeDocument/2006/docPropsVTypes">
  <Template>2007_Bayview</Template>
  <TotalTime>305</TotalTime>
  <Words>1170</Words>
  <Application>Microsoft Office PowerPoint</Application>
  <PresentationFormat>Widescreen</PresentationFormat>
  <Paragraphs>100</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 Mono</vt:lpstr>
      <vt:lpstr>Arial</vt:lpstr>
      <vt:lpstr>Century Gothic</vt:lpstr>
      <vt:lpstr>HelveticaNeueLT Pro 55 Roman</vt:lpstr>
      <vt:lpstr>HelveticaNeueLT Pro 65 Md</vt:lpstr>
      <vt:lpstr>Times New Roman</vt:lpstr>
      <vt:lpstr>Wingdings</vt:lpstr>
      <vt:lpstr>2007_Bayview</vt:lpstr>
      <vt:lpstr>Information Security Risk &amp; Compliance (ISRC) StackHawk at Bayview Henry Post - May 2026</vt:lpstr>
      <vt:lpstr>Meta slide</vt:lpstr>
      <vt:lpstr>What is StackHawk? 1</vt:lpstr>
      <vt:lpstr>What is StackHawk? 2</vt:lpstr>
      <vt:lpstr>What ISN’T StackHawk?</vt:lpstr>
      <vt:lpstr>Okay, how do we use StackHawk?</vt:lpstr>
      <vt:lpstr>Okay, how do we use StackHawk? 2 – Flight Path</vt:lpstr>
      <vt:lpstr>What about noise? False Positives?</vt:lpstr>
      <vt:lpstr>AI Tool Use</vt:lpstr>
      <vt:lpstr>FAQ and Questions</vt:lpstr>
    </vt:vector>
  </TitlesOfParts>
  <Company>bftg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bftg</dc:creator>
  <cp:lastModifiedBy>Henry Post</cp:lastModifiedBy>
  <cp:revision>15</cp:revision>
  <dcterms:created xsi:type="dcterms:W3CDTF">2004-07-08T15:09:34Z</dcterms:created>
  <dcterms:modified xsi:type="dcterms:W3CDTF">2026-05-04T17:43:42Z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any">
    <vt:lpwstr>BAM</vt:lpwstr>
  </property>
  <property fmtid="{D5CDD505-2E9C-101B-9397-08002B2CF9AE}" pid="3" name="Order">
    <vt:lpwstr>100.000000000000</vt:lpwstr>
  </property>
  <property fmtid="{D5CDD505-2E9C-101B-9397-08002B2CF9AE}" pid="4" name="ContentTypeId">
    <vt:lpwstr>0x010100CB8D792CF04CA54485B181F999321BCE</vt:lpwstr>
  </property>
  <property fmtid="{D5CDD505-2E9C-101B-9397-08002B2CF9AE}" pid="5" name="MediaServiceImageTags">
    <vt:lpwstr/>
  </property>
</Properties>
</file>