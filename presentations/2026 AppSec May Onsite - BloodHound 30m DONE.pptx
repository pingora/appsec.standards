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5"/>
  </p:sldMasterIdLst>
  <p:notesMasterIdLst>
    <p:notesMasterId r:id="rId15"/>
  </p:notesMasterIdLst>
  <p:handoutMasterIdLst>
    <p:handoutMasterId r:id="rId16"/>
  </p:handoutMasterIdLst>
  <p:sldIdLst>
    <p:sldId id="850" r:id="rId6"/>
    <p:sldId id="854" r:id="rId7"/>
    <p:sldId id="857" r:id="rId8"/>
    <p:sldId id="870" r:id="rId9"/>
    <p:sldId id="871" r:id="rId10"/>
    <p:sldId id="872" r:id="rId11"/>
    <p:sldId id="873" r:id="rId12"/>
    <p:sldId id="874" r:id="rId13"/>
    <p:sldId id="869" r:id="rId14"/>
  </p:sldIdLst>
  <p:sldSz cx="12192000" cy="68580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16AB1FE-7A0B-4D3B-B8A2-11298DB480C3}">
          <p14:sldIdLst>
            <p14:sldId id="850"/>
            <p14:sldId id="854"/>
            <p14:sldId id="857"/>
            <p14:sldId id="870"/>
            <p14:sldId id="871"/>
            <p14:sldId id="872"/>
            <p14:sldId id="873"/>
            <p14:sldId id="874"/>
            <p14:sldId id="869"/>
          </p14:sldIdLst>
        </p14:section>
        <p14:section name="Appendix" id="{9FB23AE7-9FEB-4A00-8F27-C299081056D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rie Jennings" initials="TJ" lastIdx="1" clrIdx="0">
    <p:extLst>
      <p:ext uri="{19B8F6BF-5375-455C-9EA6-DF929625EA0E}">
        <p15:presenceInfo xmlns:p15="http://schemas.microsoft.com/office/powerpoint/2012/main" userId="S-1-5-21-805777034-2026243614-620655208-164001" providerId="AD"/>
      </p:ext>
    </p:extLst>
  </p:cmAuthor>
  <p:cmAuthor id="2" name="Adam Munger" initials="AM" lastIdx="1" clrIdx="1">
    <p:extLst>
      <p:ext uri="{19B8F6BF-5375-455C-9EA6-DF929625EA0E}">
        <p15:presenceInfo xmlns:p15="http://schemas.microsoft.com/office/powerpoint/2012/main" userId="S::AdamMunger@bftg.com::ce04a5c5-321b-4724-be9d-5e750e95cdec" providerId="AD"/>
      </p:ext>
    </p:extLst>
  </p:cmAuthor>
  <p:cmAuthor id="3" name="Terrie Jennings" initials="TJ [2]" lastIdx="2" clrIdx="2">
    <p:extLst>
      <p:ext uri="{19B8F6BF-5375-455C-9EA6-DF929625EA0E}">
        <p15:presenceInfo xmlns:p15="http://schemas.microsoft.com/office/powerpoint/2012/main" userId="S::terrijennings@bftg.com::ca200743-bc5e-4eb0-b4b1-a6262666d88d" providerId="AD"/>
      </p:ext>
    </p:extLst>
  </p:cmAuthor>
  <p:cmAuthor id="4" name="Rob Freeman" initials="RF" lastIdx="3" clrIdx="3">
    <p:extLst>
      <p:ext uri="{19B8F6BF-5375-455C-9EA6-DF929625EA0E}">
        <p15:presenceInfo xmlns:p15="http://schemas.microsoft.com/office/powerpoint/2012/main" userId="S::RobertFreeman@bftg.com::400228c1-7b1d-4db0-8bed-872cab6e74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CE"/>
    <a:srgbClr val="FFCC66"/>
    <a:srgbClr val="FFFF99"/>
    <a:srgbClr val="FFFFCC"/>
    <a:srgbClr val="FBFBFB"/>
    <a:srgbClr val="FFFFFF"/>
    <a:srgbClr val="F3F7FC"/>
    <a:srgbClr val="FF0000"/>
    <a:srgbClr val="33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F94B6-5116-4748-950D-D25285730411}" v="8" dt="2026-05-05T00:45:43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1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Post" userId="3f530ee7-1750-4c16-8a11-5c6ebeb3e15f" providerId="ADAL" clId="{D11670C1-A326-4B7E-A4A3-6F1E29230AED}"/>
    <pc:docChg chg="undo custSel addSld delSld modSld sldOrd modSection">
      <pc:chgData name="Henry Post" userId="3f530ee7-1750-4c16-8a11-5c6ebeb3e15f" providerId="ADAL" clId="{D11670C1-A326-4B7E-A4A3-6F1E29230AED}" dt="2026-05-05T00:51:23.118" v="19873" actId="20577"/>
      <pc:docMkLst>
        <pc:docMk/>
      </pc:docMkLst>
      <pc:sldChg chg="modSp mod">
        <pc:chgData name="Henry Post" userId="3f530ee7-1750-4c16-8a11-5c6ebeb3e15f" providerId="ADAL" clId="{D11670C1-A326-4B7E-A4A3-6F1E29230AED}" dt="2026-04-29T17:58:16.770" v="16971" actId="20577"/>
        <pc:sldMkLst>
          <pc:docMk/>
          <pc:sldMk cId="3296201293" sldId="850"/>
        </pc:sldMkLst>
        <pc:spChg chg="mod">
          <ac:chgData name="Henry Post" userId="3f530ee7-1750-4c16-8a11-5c6ebeb3e15f" providerId="ADAL" clId="{D11670C1-A326-4B7E-A4A3-6F1E29230AED}" dt="2026-04-29T17:58:16.770" v="16971" actId="20577"/>
          <ac:spMkLst>
            <pc:docMk/>
            <pc:sldMk cId="3296201293" sldId="850"/>
            <ac:spMk id="2" creationId="{00000000-0000-0000-0000-000000000000}"/>
          </ac:spMkLst>
        </pc:spChg>
      </pc:sldChg>
      <pc:sldChg chg="addSp delSp modSp mod">
        <pc:chgData name="Henry Post" userId="3f530ee7-1750-4c16-8a11-5c6ebeb3e15f" providerId="ADAL" clId="{D11670C1-A326-4B7E-A4A3-6F1E29230AED}" dt="2026-04-24T21:28:37.881" v="4272" actId="20577"/>
        <pc:sldMkLst>
          <pc:docMk/>
          <pc:sldMk cId="3605476898" sldId="854"/>
        </pc:sldMkLst>
        <pc:spChg chg="mod">
          <ac:chgData name="Henry Post" userId="3f530ee7-1750-4c16-8a11-5c6ebeb3e15f" providerId="ADAL" clId="{D11670C1-A326-4B7E-A4A3-6F1E29230AED}" dt="2026-04-24T21:28:37.881" v="4272" actId="20577"/>
          <ac:spMkLst>
            <pc:docMk/>
            <pc:sldMk cId="3605476898" sldId="854"/>
            <ac:spMk id="6146" creationId="{E0808C00-1929-5C84-C1EA-20546BA30D6D}"/>
          </ac:spMkLst>
        </pc:spChg>
        <pc:spChg chg="mod">
          <ac:chgData name="Henry Post" userId="3f530ee7-1750-4c16-8a11-5c6ebeb3e15f" providerId="ADAL" clId="{D11670C1-A326-4B7E-A4A3-6F1E29230AED}" dt="2026-04-24T20:27:13.749" v="110" actId="20577"/>
          <ac:spMkLst>
            <pc:docMk/>
            <pc:sldMk cId="3605476898" sldId="854"/>
            <ac:spMk id="7172" creationId="{C788B9A5-B3F6-C730-AD96-0264E5286950}"/>
          </ac:spMkLst>
        </pc:spChg>
        <pc:picChg chg="add mod">
          <ac:chgData name="Henry Post" userId="3f530ee7-1750-4c16-8a11-5c6ebeb3e15f" providerId="ADAL" clId="{D11670C1-A326-4B7E-A4A3-6F1E29230AED}" dt="2026-04-24T20:35:16.945" v="850" actId="1076"/>
          <ac:picMkLst>
            <pc:docMk/>
            <pc:sldMk cId="3605476898" sldId="854"/>
            <ac:picMk id="1026" creationId="{19FAF136-D8B0-91AD-D145-633D53E92D4C}"/>
          </ac:picMkLst>
        </pc:picChg>
      </pc:sldChg>
      <pc:sldChg chg="addSp delSp modSp add mod ord modShow">
        <pc:chgData name="Henry Post" userId="3f530ee7-1750-4c16-8a11-5c6ebeb3e15f" providerId="ADAL" clId="{D11670C1-A326-4B7E-A4A3-6F1E29230AED}" dt="2026-05-05T00:49:48.992" v="19707" actId="20577"/>
        <pc:sldMkLst>
          <pc:docMk/>
          <pc:sldMk cId="3257043653" sldId="857"/>
        </pc:sldMkLst>
        <pc:spChg chg="mod">
          <ac:chgData name="Henry Post" userId="3f530ee7-1750-4c16-8a11-5c6ebeb3e15f" providerId="ADAL" clId="{D11670C1-A326-4B7E-A4A3-6F1E29230AED}" dt="2026-05-05T00:49:48.992" v="19707" actId="20577"/>
          <ac:spMkLst>
            <pc:docMk/>
            <pc:sldMk cId="3257043653" sldId="857"/>
            <ac:spMk id="6146" creationId="{16C0C474-2A6C-00CA-E22A-37E81C9B278F}"/>
          </ac:spMkLst>
        </pc:spChg>
        <pc:spChg chg="mod">
          <ac:chgData name="Henry Post" userId="3f530ee7-1750-4c16-8a11-5c6ebeb3e15f" providerId="ADAL" clId="{D11670C1-A326-4B7E-A4A3-6F1E29230AED}" dt="2026-04-29T17:58:23.946" v="16990" actId="20577"/>
          <ac:spMkLst>
            <pc:docMk/>
            <pc:sldMk cId="3257043653" sldId="857"/>
            <ac:spMk id="7172" creationId="{31C1C048-0648-3308-DDE2-2728D2268F83}"/>
          </ac:spMkLst>
        </pc:spChg>
        <pc:picChg chg="add del mod ord">
          <ac:chgData name="Henry Post" userId="3f530ee7-1750-4c16-8a11-5c6ebeb3e15f" providerId="ADAL" clId="{D11670C1-A326-4B7E-A4A3-6F1E29230AED}" dt="2026-05-05T00:34:06.540" v="17318" actId="478"/>
          <ac:picMkLst>
            <pc:docMk/>
            <pc:sldMk cId="3257043653" sldId="857"/>
            <ac:picMk id="3" creationId="{B0654E5D-37B4-E20A-71A7-76FBBA6C3C14}"/>
          </ac:picMkLst>
        </pc:picChg>
        <pc:picChg chg="add mod">
          <ac:chgData name="Henry Post" userId="3f530ee7-1750-4c16-8a11-5c6ebeb3e15f" providerId="ADAL" clId="{D11670C1-A326-4B7E-A4A3-6F1E29230AED}" dt="2026-05-05T00:36:00.081" v="17345" actId="1076"/>
          <ac:picMkLst>
            <pc:docMk/>
            <pc:sldMk cId="3257043653" sldId="857"/>
            <ac:picMk id="4" creationId="{08D6BC2A-655A-73F6-7D5E-7A89F9BCD118}"/>
          </ac:picMkLst>
        </pc:picChg>
      </pc:sldChg>
      <pc:sldChg chg="modSp add mod modShow">
        <pc:chgData name="Henry Post" userId="3f530ee7-1750-4c16-8a11-5c6ebeb3e15f" providerId="ADAL" clId="{D11670C1-A326-4B7E-A4A3-6F1E29230AED}" dt="2026-05-05T00:51:23.118" v="19873" actId="20577"/>
        <pc:sldMkLst>
          <pc:docMk/>
          <pc:sldMk cId="1539428675" sldId="869"/>
        </pc:sldMkLst>
        <pc:spChg chg="mod">
          <ac:chgData name="Henry Post" userId="3f530ee7-1750-4c16-8a11-5c6ebeb3e15f" providerId="ADAL" clId="{D11670C1-A326-4B7E-A4A3-6F1E29230AED}" dt="2026-05-05T00:51:23.118" v="19873" actId="20577"/>
          <ac:spMkLst>
            <pc:docMk/>
            <pc:sldMk cId="1539428675" sldId="869"/>
            <ac:spMk id="6146" creationId="{45065208-8C86-C06C-7E66-6B0BC56BE601}"/>
          </ac:spMkLst>
        </pc:spChg>
        <pc:spChg chg="mod">
          <ac:chgData name="Henry Post" userId="3f530ee7-1750-4c16-8a11-5c6ebeb3e15f" providerId="ADAL" clId="{D11670C1-A326-4B7E-A4A3-6F1E29230AED}" dt="2026-05-04T20:16:39.789" v="17294" actId="20577"/>
          <ac:spMkLst>
            <pc:docMk/>
            <pc:sldMk cId="1539428675" sldId="869"/>
            <ac:spMk id="7172" creationId="{A3D0844A-9DA2-6D8B-A0CB-A160390AD659}"/>
          </ac:spMkLst>
        </pc:spChg>
      </pc:sldChg>
      <pc:sldChg chg="delSp modSp add mod">
        <pc:chgData name="Henry Post" userId="3f530ee7-1750-4c16-8a11-5c6ebeb3e15f" providerId="ADAL" clId="{D11670C1-A326-4B7E-A4A3-6F1E29230AED}" dt="2026-05-05T00:49:29.264" v="19639" actId="20577"/>
        <pc:sldMkLst>
          <pc:docMk/>
          <pc:sldMk cId="2684945547" sldId="870"/>
        </pc:sldMkLst>
        <pc:spChg chg="mod">
          <ac:chgData name="Henry Post" userId="3f530ee7-1750-4c16-8a11-5c6ebeb3e15f" providerId="ADAL" clId="{D11670C1-A326-4B7E-A4A3-6F1E29230AED}" dt="2026-05-05T00:49:29.264" v="19639" actId="20577"/>
          <ac:spMkLst>
            <pc:docMk/>
            <pc:sldMk cId="2684945547" sldId="870"/>
            <ac:spMk id="6146" creationId="{A1F06C17-4DAD-DE0C-5CA3-9F664E801D0F}"/>
          </ac:spMkLst>
        </pc:spChg>
        <pc:spChg chg="mod">
          <ac:chgData name="Henry Post" userId="3f530ee7-1750-4c16-8a11-5c6ebeb3e15f" providerId="ADAL" clId="{D11670C1-A326-4B7E-A4A3-6F1E29230AED}" dt="2026-05-05T00:36:32.421" v="17373" actId="20577"/>
          <ac:spMkLst>
            <pc:docMk/>
            <pc:sldMk cId="2684945547" sldId="870"/>
            <ac:spMk id="7172" creationId="{13D3C869-BC09-C18D-F020-F76D768F07B3}"/>
          </ac:spMkLst>
        </pc:spChg>
        <pc:picChg chg="del">
          <ac:chgData name="Henry Post" userId="3f530ee7-1750-4c16-8a11-5c6ebeb3e15f" providerId="ADAL" clId="{D11670C1-A326-4B7E-A4A3-6F1E29230AED}" dt="2026-05-05T00:36:25.206" v="17349" actId="478"/>
          <ac:picMkLst>
            <pc:docMk/>
            <pc:sldMk cId="2684945547" sldId="870"/>
            <ac:picMk id="4" creationId="{623EB97E-CC8B-FFF7-38E2-6BB9DAC7E374}"/>
          </ac:picMkLst>
        </pc:picChg>
      </pc:sldChg>
      <pc:sldChg chg="addSp delSp modSp add mod">
        <pc:chgData name="Henry Post" userId="3f530ee7-1750-4c16-8a11-5c6ebeb3e15f" providerId="ADAL" clId="{D11670C1-A326-4B7E-A4A3-6F1E29230AED}" dt="2026-05-05T00:41:03.912" v="18201" actId="20577"/>
        <pc:sldMkLst>
          <pc:docMk/>
          <pc:sldMk cId="1662883865" sldId="871"/>
        </pc:sldMkLst>
        <pc:spChg chg="del mod">
          <ac:chgData name="Henry Post" userId="3f530ee7-1750-4c16-8a11-5c6ebeb3e15f" providerId="ADAL" clId="{D11670C1-A326-4B7E-A4A3-6F1E29230AED}" dt="2026-05-05T00:40:06.171" v="17931" actId="478"/>
          <ac:spMkLst>
            <pc:docMk/>
            <pc:sldMk cId="1662883865" sldId="871"/>
            <ac:spMk id="6146" creationId="{F5482D77-6D97-038D-5BA9-ABC6F1BE967F}"/>
          </ac:spMkLst>
        </pc:spChg>
        <pc:spChg chg="mod">
          <ac:chgData name="Henry Post" userId="3f530ee7-1750-4c16-8a11-5c6ebeb3e15f" providerId="ADAL" clId="{D11670C1-A326-4B7E-A4A3-6F1E29230AED}" dt="2026-05-05T00:41:03.912" v="18201" actId="20577"/>
          <ac:spMkLst>
            <pc:docMk/>
            <pc:sldMk cId="1662883865" sldId="871"/>
            <ac:spMk id="7172" creationId="{9991293C-4B1A-5119-5ECB-849CF2758D31}"/>
          </ac:spMkLst>
        </pc:spChg>
        <pc:picChg chg="add mod">
          <ac:chgData name="Henry Post" userId="3f530ee7-1750-4c16-8a11-5c6ebeb3e15f" providerId="ADAL" clId="{D11670C1-A326-4B7E-A4A3-6F1E29230AED}" dt="2026-05-05T00:40:10.951" v="17933" actId="1076"/>
          <ac:picMkLst>
            <pc:docMk/>
            <pc:sldMk cId="1662883865" sldId="871"/>
            <ac:picMk id="3" creationId="{55CEC3F8-1D6A-7922-0386-424CFE496EF4}"/>
          </ac:picMkLst>
        </pc:picChg>
      </pc:sldChg>
      <pc:sldChg chg="addSp delSp modSp add mod">
        <pc:chgData name="Henry Post" userId="3f530ee7-1750-4c16-8a11-5c6ebeb3e15f" providerId="ADAL" clId="{D11670C1-A326-4B7E-A4A3-6F1E29230AED}" dt="2026-05-05T00:44:56.510" v="18601" actId="15"/>
        <pc:sldMkLst>
          <pc:docMk/>
          <pc:sldMk cId="1668208480" sldId="872"/>
        </pc:sldMkLst>
        <pc:spChg chg="add mod">
          <ac:chgData name="Henry Post" userId="3f530ee7-1750-4c16-8a11-5c6ebeb3e15f" providerId="ADAL" clId="{D11670C1-A326-4B7E-A4A3-6F1E29230AED}" dt="2026-05-05T00:44:56.510" v="18601" actId="15"/>
          <ac:spMkLst>
            <pc:docMk/>
            <pc:sldMk cId="1668208480" sldId="872"/>
            <ac:spMk id="2" creationId="{7B774252-A7E7-F811-5893-5010AB490A64}"/>
          </ac:spMkLst>
        </pc:spChg>
        <pc:spChg chg="mod">
          <ac:chgData name="Henry Post" userId="3f530ee7-1750-4c16-8a11-5c6ebeb3e15f" providerId="ADAL" clId="{D11670C1-A326-4B7E-A4A3-6F1E29230AED}" dt="2026-05-05T00:41:26.365" v="18224" actId="20577"/>
          <ac:spMkLst>
            <pc:docMk/>
            <pc:sldMk cId="1668208480" sldId="872"/>
            <ac:spMk id="7172" creationId="{ECF39D71-13D0-ECEE-2C62-6D923C4F1A4B}"/>
          </ac:spMkLst>
        </pc:spChg>
        <pc:picChg chg="del">
          <ac:chgData name="Henry Post" userId="3f530ee7-1750-4c16-8a11-5c6ebeb3e15f" providerId="ADAL" clId="{D11670C1-A326-4B7E-A4A3-6F1E29230AED}" dt="2026-05-05T00:41:27.412" v="18225" actId="478"/>
          <ac:picMkLst>
            <pc:docMk/>
            <pc:sldMk cId="1668208480" sldId="872"/>
            <ac:picMk id="3" creationId="{DA75AF6D-BCF4-D2AA-2287-D8EED146562C}"/>
          </ac:picMkLst>
        </pc:picChg>
      </pc:sldChg>
      <pc:sldChg chg="modSp add mod">
        <pc:chgData name="Henry Post" userId="3f530ee7-1750-4c16-8a11-5c6ebeb3e15f" providerId="ADAL" clId="{D11670C1-A326-4B7E-A4A3-6F1E29230AED}" dt="2026-05-05T00:47:01.236" v="18929" actId="5793"/>
        <pc:sldMkLst>
          <pc:docMk/>
          <pc:sldMk cId="1659166939" sldId="873"/>
        </pc:sldMkLst>
        <pc:spChg chg="mod">
          <ac:chgData name="Henry Post" userId="3f530ee7-1750-4c16-8a11-5c6ebeb3e15f" providerId="ADAL" clId="{D11670C1-A326-4B7E-A4A3-6F1E29230AED}" dt="2026-05-05T00:46:55.016" v="18916" actId="5793"/>
          <ac:spMkLst>
            <pc:docMk/>
            <pc:sldMk cId="1659166939" sldId="873"/>
            <ac:spMk id="2" creationId="{27237F65-D469-8D63-73A4-A306B144EE8C}"/>
          </ac:spMkLst>
        </pc:spChg>
        <pc:spChg chg="mod">
          <ac:chgData name="Henry Post" userId="3f530ee7-1750-4c16-8a11-5c6ebeb3e15f" providerId="ADAL" clId="{D11670C1-A326-4B7E-A4A3-6F1E29230AED}" dt="2026-05-05T00:47:01.236" v="18929" actId="5793"/>
          <ac:spMkLst>
            <pc:docMk/>
            <pc:sldMk cId="1659166939" sldId="873"/>
            <ac:spMk id="7172" creationId="{43AB23A7-C66D-A2E6-E2ED-7BBCD0220A54}"/>
          </ac:spMkLst>
        </pc:spChg>
      </pc:sldChg>
      <pc:sldChg chg="addSp delSp modSp add del mod">
        <pc:chgData name="Henry Post" userId="3f530ee7-1750-4c16-8a11-5c6ebeb3e15f" providerId="ADAL" clId="{D11670C1-A326-4B7E-A4A3-6F1E29230AED}" dt="2026-05-04T18:12:01.391" v="17102" actId="47"/>
        <pc:sldMkLst>
          <pc:docMk/>
          <pc:sldMk cId="3103419856" sldId="873"/>
        </pc:sldMkLst>
      </pc:sldChg>
      <pc:sldChg chg="addSp modSp add mod">
        <pc:chgData name="Henry Post" userId="3f530ee7-1750-4c16-8a11-5c6ebeb3e15f" providerId="ADAL" clId="{D11670C1-A326-4B7E-A4A3-6F1E29230AED}" dt="2026-05-05T00:47:03.930" v="18931" actId="5793"/>
        <pc:sldMkLst>
          <pc:docMk/>
          <pc:sldMk cId="1754787681" sldId="874"/>
        </pc:sldMkLst>
        <pc:spChg chg="mod">
          <ac:chgData name="Henry Post" userId="3f530ee7-1750-4c16-8a11-5c6ebeb3e15f" providerId="ADAL" clId="{D11670C1-A326-4B7E-A4A3-6F1E29230AED}" dt="2026-05-05T00:46:21.744" v="18723" actId="20577"/>
          <ac:spMkLst>
            <pc:docMk/>
            <pc:sldMk cId="1754787681" sldId="874"/>
            <ac:spMk id="2" creationId="{5ACBBBFE-EA37-FE3F-5617-0AD3817F8AD4}"/>
          </ac:spMkLst>
        </pc:spChg>
        <pc:spChg chg="mod">
          <ac:chgData name="Henry Post" userId="3f530ee7-1750-4c16-8a11-5c6ebeb3e15f" providerId="ADAL" clId="{D11670C1-A326-4B7E-A4A3-6F1E29230AED}" dt="2026-05-05T00:47:03.930" v="18931" actId="5793"/>
          <ac:spMkLst>
            <pc:docMk/>
            <pc:sldMk cId="1754787681" sldId="874"/>
            <ac:spMk id="7172" creationId="{60C85CB4-046D-8CDB-E61A-C6BD33C9E2A5}"/>
          </ac:spMkLst>
        </pc:spChg>
        <pc:picChg chg="add mod">
          <ac:chgData name="Henry Post" userId="3f530ee7-1750-4c16-8a11-5c6ebeb3e15f" providerId="ADAL" clId="{D11670C1-A326-4B7E-A4A3-6F1E29230AED}" dt="2026-05-05T00:46:27.174" v="18726" actId="1076"/>
          <ac:picMkLst>
            <pc:docMk/>
            <pc:sldMk cId="1754787681" sldId="874"/>
            <ac:picMk id="4" creationId="{0B267826-2C4D-7995-AD38-87D584C9107D}"/>
          </ac:picMkLst>
        </pc:picChg>
      </pc:sldChg>
      <pc:sldChg chg="addSp delSp modSp add del mod">
        <pc:chgData name="Henry Post" userId="3f530ee7-1750-4c16-8a11-5c6ebeb3e15f" providerId="ADAL" clId="{D11670C1-A326-4B7E-A4A3-6F1E29230AED}" dt="2026-05-04T18:12:01.391" v="17102" actId="47"/>
        <pc:sldMkLst>
          <pc:docMk/>
          <pc:sldMk cId="2341322390" sldId="874"/>
        </pc:sldMkLst>
      </pc:sldChg>
      <pc:sldChg chg="modSp add del mod">
        <pc:chgData name="Henry Post" userId="3f530ee7-1750-4c16-8a11-5c6ebeb3e15f" providerId="ADAL" clId="{D11670C1-A326-4B7E-A4A3-6F1E29230AED}" dt="2026-05-04T18:12:01.391" v="17102" actId="47"/>
        <pc:sldMkLst>
          <pc:docMk/>
          <pc:sldMk cId="2993661294" sldId="875"/>
        </pc:sldMkLst>
      </pc:sldChg>
      <pc:sldChg chg="modSp add del mod">
        <pc:chgData name="Henry Post" userId="3f530ee7-1750-4c16-8a11-5c6ebeb3e15f" providerId="ADAL" clId="{D11670C1-A326-4B7E-A4A3-6F1E29230AED}" dt="2026-05-04T18:12:01.391" v="17102" actId="47"/>
        <pc:sldMkLst>
          <pc:docMk/>
          <pc:sldMk cId="2456502157" sldId="8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7788" y="0"/>
            <a:ext cx="29702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02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7788" y="8831263"/>
            <a:ext cx="297021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FFF6DF0-1037-466D-AA19-AE1DB59D9E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4488" y="698500"/>
            <a:ext cx="6192837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416425"/>
            <a:ext cx="54832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76B813D-8CED-4BFF-AF0D-24C1FB796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DD69-8309-D121-CD14-02789F66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15503-4773-86DE-295B-22B68DDB2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C475F-B16E-28F2-0F22-02A22DD1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6D27-376F-473A-3A50-BF15B73E9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527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A3CB-E4EF-1032-3BB9-2F361372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E1AAF-1396-EE40-5238-1019823C5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A5823-4F6A-DB12-71D9-24333783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E5C5-6E43-1D1D-F3F8-67FE8A33B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654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3E8EC-DFFB-699C-4EB2-944BE259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0CC51-213F-4BE3-4761-FA0262966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2CC20-04BF-E212-D277-9077FC499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A7456-5BC0-F79D-3DF0-5272023AB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16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C5C2-B175-9C87-D9A4-EAD339B8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1698D-666A-D4FE-4C6D-95C13D4AC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44EA1-38E1-014F-A389-1C3FF4B2E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A741E-1955-0F69-0E30-FD0CA91B3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329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2122-8D03-5699-AF66-8A468C2C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0167D-FEF0-81DE-7C52-1C006FAA7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17767-CF49-ABFF-886F-4B4746031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1CB38-4A12-26CF-1C87-E38898784F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429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3432-AC3D-8625-E575-9945DD67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04088-BBEE-4C81-3775-28E651CCD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FA0A9-D54D-65EF-C888-0A7922B57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228ED-C0BC-6F84-B1C7-49E4D1148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818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B9C8-077F-FBC3-CD8A-D94D2D84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76D91-B67D-4EE8-E39A-E6EF931ED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2745B-B2AC-FD03-938E-DD542020E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1892C-8360-501E-3944-8A482E46A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994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7E46-CC46-77A6-F643-4D5B4CD4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54AE8-32AE-D84D-F2C0-9577B6611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A3434-3470-5B21-5A74-C84A7D6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E77E-96CA-13B6-7C87-B5F800E9D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69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914400" y="3048000"/>
            <a:ext cx="10566400" cy="0"/>
          </a:xfrm>
          <a:prstGeom prst="line">
            <a:avLst/>
          </a:prstGeom>
          <a:noFill/>
          <a:ln w="9525">
            <a:solidFill>
              <a:srgbClr val="9A9A9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3276600"/>
            <a:ext cx="10261600" cy="762000"/>
          </a:xfrm>
          <a:prstGeom prst="rect">
            <a:avLst/>
          </a:prstGeom>
        </p:spPr>
        <p:txBody>
          <a:bodyPr/>
          <a:lstStyle>
            <a:lvl1pPr>
              <a:defRPr sz="195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6033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34" y="2193930"/>
            <a:ext cx="18462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0007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57250" indent="-171450">
              <a:tabLst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1442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33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552" y="1087395"/>
            <a:ext cx="5393267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087395"/>
            <a:ext cx="5395383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51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210963"/>
            <a:ext cx="5393267" cy="5055369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87037" y="1210962"/>
            <a:ext cx="5395383" cy="22479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87019" y="3599935"/>
            <a:ext cx="5395383" cy="266639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53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194486"/>
            <a:ext cx="5393267" cy="4901514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latin typeface="HelveticaNeueLT Pro 55 Roman" pitchFamily="34" charset="0"/>
              </a:defRPr>
            </a:lvl2pPr>
            <a:lvl3pPr>
              <a:defRPr>
                <a:latin typeface="HelveticaNeueLT Pro 55 Roman" pitchFamily="34" charset="0"/>
              </a:defRPr>
            </a:lvl3pPr>
            <a:lvl4pPr>
              <a:defRPr>
                <a:latin typeface="HelveticaNeueLT Pro 55 Roman" pitchFamily="34" charset="0"/>
              </a:defRPr>
            </a:lvl4pPr>
            <a:lvl5pPr>
              <a:defRPr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194486"/>
            <a:ext cx="5395383" cy="490151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5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2" y="1169773"/>
            <a:ext cx="10991849" cy="4926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" name="Line 8"/>
          <p:cNvSpPr>
            <a:spLocks noChangeShapeType="1"/>
          </p:cNvSpPr>
          <p:nvPr userDrawn="1"/>
        </p:nvSpPr>
        <p:spPr bwMode="auto">
          <a:xfrm>
            <a:off x="508000" y="822960"/>
            <a:ext cx="11074400" cy="0"/>
          </a:xfrm>
          <a:prstGeom prst="line">
            <a:avLst/>
          </a:prstGeom>
          <a:noFill/>
          <a:ln w="12700" algn="ctr">
            <a:solidFill>
              <a:srgbClr val="004E8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33437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01" y="244381"/>
            <a:ext cx="11816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098" r:id="rId2"/>
    <p:sldLayoutId id="2147484099" r:id="rId3"/>
    <p:sldLayoutId id="2147484100" r:id="rId4"/>
    <p:sldLayoutId id="2147484101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rgbClr val="000000"/>
          </a:solidFill>
          <a:latin typeface="HelveticaNeueLT Pro 55 Roman" pitchFamily="34" charset="0"/>
          <a:ea typeface="+mn-ea"/>
          <a:cs typeface="+mn-cs"/>
        </a:defRPr>
      </a:lvl1pPr>
      <a:lvl2pPr marL="4572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400">
          <a:solidFill>
            <a:srgbClr val="7F7F7F"/>
          </a:solidFill>
          <a:latin typeface="HelveticaNeueLT Pro 55 Roman" pitchFamily="34" charset="0"/>
        </a:defRPr>
      </a:lvl2pPr>
      <a:lvl3pPr marL="8001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200">
          <a:solidFill>
            <a:srgbClr val="7F7F7F"/>
          </a:solidFill>
          <a:latin typeface="HelveticaNeueLT Pro 55 Roman" pitchFamily="34" charset="0"/>
        </a:defRPr>
      </a:lvl3pPr>
      <a:lvl4pPr marL="11430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4pPr>
      <a:lvl5pPr marL="1485900" indent="-228600" algn="just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5pPr>
      <a:lvl6pPr marL="21145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6pPr>
      <a:lvl7pPr marL="25717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7pPr>
      <a:lvl8pPr marL="30289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8pPr>
      <a:lvl9pPr marL="34861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akonix.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hyperlink" Target="https://bayview0.sharepoint.com/sites/ApplicationSecurity/" TargetMode="External"/><Relationship Id="rId4" Type="http://schemas.openxmlformats.org/officeDocument/2006/relationships/hyperlink" Target="https://github.com/Mermaid-Chart/vscode-mermaid-char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odhound.specterops.io/opengraph/library#githu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odhound.specterops.io/opengraph/library#githu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SpecterOps/GitHoun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914400" y="3154166"/>
            <a:ext cx="10261600" cy="1315092"/>
          </a:xfrm>
        </p:spPr>
        <p:txBody>
          <a:bodyPr/>
          <a:lstStyle/>
          <a:p>
            <a:pPr algn="ctr"/>
            <a:r>
              <a:rPr lang="en-US" sz="2800" dirty="0">
                <a:latin typeface="Arial"/>
                <a:cs typeface="Arial"/>
              </a:rPr>
              <a:t>Information Security Risk &amp; Compliance (ISRC)</a:t>
            </a:r>
            <a:br>
              <a:rPr lang="en-US" sz="2800" dirty="0">
                <a:latin typeface="Arial"/>
                <a:cs typeface="Arial"/>
              </a:rPr>
            </a:br>
            <a:r>
              <a:rPr lang="en-US" sz="2400" b="1" dirty="0" err="1">
                <a:latin typeface="Arial"/>
                <a:cs typeface="Arial"/>
              </a:rPr>
              <a:t>BloodHound</a:t>
            </a:r>
            <a:r>
              <a:rPr lang="en-US" sz="2400" b="1" dirty="0">
                <a:latin typeface="Arial"/>
                <a:cs typeface="Arial"/>
              </a:rPr>
              <a:t> at Bayview</a:t>
            </a:r>
            <a:br>
              <a:rPr lang="en-US" sz="24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Henry Post - May 2026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15351" y="6505575"/>
            <a:ext cx="45481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A1AF-E252-4BA8-30A4-976EDEFC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E0808C00-1929-5C84-C1EA-20546BA30D6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6362700" cy="4691126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Who are you?</a:t>
            </a:r>
          </a:p>
          <a:p>
            <a:pPr marL="685800" lvl="1" indent="-4572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Nice to meet you! I’m Henry Post. I lead AppSec and I’ve been at Bayview for 3 years, US Bank for 4 years previously. I love baking, cooking, fighting games, gardening, weightlifting, and am currently studying for the OSCP exam (hacking exam). I specialize in Application Security and penetration testing. My personal site is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https://drakonix.systems/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if you’re curious about other projects I’ve worked on. I host some infra there for animal shelters.</a:t>
            </a:r>
          </a:p>
          <a:p>
            <a:pPr marL="457200" indent="-457200" algn="l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did you generate your diagrams?</a:t>
            </a:r>
          </a:p>
          <a:p>
            <a:pPr marL="571500" lvl="1" indent="-3429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 use Mermaid to generate diagrams. If I could, I would use LaTeX or pure Markdown plus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pandoc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CLI for deterministic formatting for this entire PPTX.</a:t>
            </a:r>
          </a:p>
          <a:p>
            <a:pPr marL="914400" lvl="2" indent="-342900"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https://github.com/Mermaid-Chart/vscode-mermaid-chart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there guides related to AppSec?</a:t>
            </a:r>
          </a:p>
          <a:p>
            <a:pPr marL="571500" lvl="1" indent="-3429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Yes! There are many below.</a:t>
            </a:r>
          </a:p>
          <a:p>
            <a:pPr marL="914400" lvl="2" indent="-342900"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https://bayview0.sharepoint.com/sites/ApplicationSecurity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2" indent="-342900">
              <a:buAutoNum type="arabicPeriod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F22A838-9CF6-CE1B-1EFE-4EFC1DA303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C788B9A5-B3F6-C730-AD96-0264E528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Meta slide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AFD2D294-2921-445E-ADC9-F8A8C1B88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FAF136-D8B0-91AD-D145-633D53E9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878713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47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2041-06C1-8C89-AF34-BACD1656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16C0C474-2A6C-00CA-E22A-37E81C9B278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BloodHound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is a tool that shows you vulnerabilities between relationships in (originally) Active Directory.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It uses a graph-based backend to store relationships. “neo4j” is the graph backend for the nerds in the audience.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Example: Henry Post to Domain Admin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I’d have to RDP (1), steal a user session (2), and then I get Domain Admin (3,4).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42EF71F6-208A-C965-9D21-CBD17E4E13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31C1C048-0648-3308-DDE2-2728D226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BloodHound</a:t>
            </a:r>
            <a:r>
              <a:rPr lang="en-US" dirty="0"/>
              <a:t>? 1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7B62E7D6-4BC4-E997-08B4-A4B466025F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6BC2A-655A-73F6-7D5E-7A89F9BCD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035" y="2192102"/>
            <a:ext cx="8159529" cy="391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4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4747-8C45-4C0A-A4AA-AFC9F349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A1F06C17-4DAD-DE0C-5CA3-9F664E801D0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Originally, I got bored, so I started playing around with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BloodHound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 my home lab, using docker-compose deploy, and I thought,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“What if we used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BloodHound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at my work?”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Big thank you to Tommy Roberson for the support on this!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Because of Tommy’s and the entire IAM team’s work, we have massively reduced our attack surface in AD.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We originally had 100k+ more traversable paths to get domain admin.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Thanks to Tommy’s work, and the AD team and IAM team, we have reduced total attack paths by probably 90% or so.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Next slide shows stats.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hard work involved de-tangling overly permissive groups, fixing AD Certificate abuse, creating newer less permissive groups, and removing super-admins or generally overly permissioned individual user/service accounts.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68EA7048-6B06-52FA-BAB9-869D1823B5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13D3C869-BC09-C18D-F020-F76D768F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BloodHound</a:t>
            </a:r>
            <a:r>
              <a:rPr lang="en-US" dirty="0"/>
              <a:t>? 2: What have we done?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B49F9EE4-CD46-6711-CA0E-7AACC1E356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268494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8491-0659-3A16-F182-F728E999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57102F16-598D-E7D3-943A-B5B286FE20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9991293C-4B1A-5119-5ECB-849CF2758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BloodHound</a:t>
            </a:r>
            <a:r>
              <a:rPr lang="en-US" dirty="0"/>
              <a:t>? 3: Stats?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B94D3CC5-425A-5730-E26A-670E054099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EC3F8-1D6A-7922-0386-424CFE496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20" y="1004032"/>
            <a:ext cx="9916160" cy="554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8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7F90-1A4B-772E-DF1A-DC50A44C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1AC8FD2A-0F2A-7C0C-3478-3BE40C3154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ECF39D71-13D0-ECEE-2C62-6D923C4F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Neat, what else can </a:t>
            </a:r>
            <a:r>
              <a:rPr lang="en-US" dirty="0" err="1"/>
              <a:t>BloodHound</a:t>
            </a:r>
            <a:r>
              <a:rPr lang="en-US" dirty="0"/>
              <a:t> do?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F7BA1C56-8CF6-E310-EE04-57157A09A9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B774252-A7E7-F811-5893-5010AB490A6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Well, it’s a graph-backed data engine, so, quite a lot: Enter “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OpenGraph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>
                <a:hlinkClick r:id="rId3"/>
              </a:rPr>
              <a:t>https://bloodhound.specterops.io/opengraph/library#github</a:t>
            </a:r>
            <a:r>
              <a:rPr lang="en-US" dirty="0"/>
              <a:t>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Git (code version control)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1password (cred store)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Ansible (fleet software deploy tool)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Amazon Web Services (AWS)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CyberArk (cred store)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Generic Network/LAN “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NetworkHound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MSSQL (database lang)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Microsoft Exchange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Et cetera: There are many more.</a:t>
            </a:r>
          </a:p>
        </p:txBody>
      </p:sp>
    </p:spTree>
    <p:extLst>
      <p:ext uri="{BB962C8B-B14F-4D97-AF65-F5344CB8AC3E}">
        <p14:creationId xmlns:p14="http://schemas.microsoft.com/office/powerpoint/2010/main" val="166820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C2C4-A07C-79A7-2F24-FEB3955E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A8B02D63-18E1-A3BC-8A9E-3E6D7445F2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43AB23A7-C66D-A2E6-E2ED-7BBCD022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Neat, what else can </a:t>
            </a:r>
            <a:r>
              <a:rPr lang="en-US" dirty="0" err="1"/>
              <a:t>BloodHound</a:t>
            </a:r>
            <a:r>
              <a:rPr lang="en-US" dirty="0"/>
              <a:t> do? 2 – </a:t>
            </a:r>
            <a:r>
              <a:rPr lang="en-US" dirty="0" err="1"/>
              <a:t>GitHound</a:t>
            </a:r>
            <a:r>
              <a:rPr lang="en-US" dirty="0"/>
              <a:t> 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16740D3E-ACC1-05DF-58D2-8ECC431CAA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7237F65-D469-8D63-73A4-A306B144EE8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There are some easy wins for us to integrate, namely, Git –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>
                <a:hlinkClick r:id="rId3"/>
              </a:rPr>
              <a:t>https://bloodhound.specterops.io/opengraph/library#github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Git (code version control) –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GitHound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https://github.com/SpecterOps/GitHound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We can use this to interrogate if our GitHub/BitBucket RBAC (Role-based access control) has any vulnerabilities in that it’s too permissive, and could be useful to an attacker…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6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C9FF-05CC-1001-92AB-B63093C4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2BC682D0-1101-77DC-03A5-41D6F36263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60C85CB4-046D-8CDB-E61A-C6BD33C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Neat, what else can </a:t>
            </a:r>
            <a:r>
              <a:rPr lang="en-US" dirty="0" err="1"/>
              <a:t>BloodHound</a:t>
            </a:r>
            <a:r>
              <a:rPr lang="en-US" dirty="0"/>
              <a:t> do? 3 – </a:t>
            </a:r>
            <a:r>
              <a:rPr lang="en-US" dirty="0" err="1"/>
              <a:t>GitHound</a:t>
            </a:r>
            <a:r>
              <a:rPr lang="en-US" dirty="0"/>
              <a:t> 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758D47B6-9915-4445-24AD-23D836D20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CBBBFE-EA37-FE3F-5617-0AD3817F8AD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67826-2C4D-7995-AD38-87D584C91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1068945"/>
            <a:ext cx="9937750" cy="529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87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42AA-05BE-2117-E0DB-CD155F01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45065208-8C86-C06C-7E66-6B0BC56BE60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5384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What does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BloodHound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scan in Active Directory?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Almost everything: RDP sessions, user roles, AD certificates, relationships, group relationships,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Do we pay for this tool?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Yes, we are currently licensed for enterprise edition.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Do new collectors cost money?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No, all new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OpenGraph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collectors are free. The only cost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is effort/time: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credentials to provision and complexity of setting them up.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How does data collection work?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 run a VM with “sensors” that scrape data from Active Directory and send it to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BloodHound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once every 2 hours, all the time. It’s lightweight enough that this doesn’t cause issues.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Are you going to use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GitHound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Yes, it’s on my roadmap. Wing Chau generously gave me creds to test with. &lt;presenter: show roadmap to audience&gt;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&lt;Please feel free to ask a question&gt;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90DA6752-53C2-65F8-40AC-0AF30A7150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A3D0844A-9DA2-6D8B-A0CB-A160390A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 err="1"/>
              <a:t>BloodHound</a:t>
            </a:r>
            <a:r>
              <a:rPr lang="en-US" dirty="0"/>
              <a:t>: FAQ and Questions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02B0645D-AB6F-239C-F283-FB89CC7934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1539428675"/>
      </p:ext>
    </p:extLst>
  </p:cSld>
  <p:clrMapOvr>
    <a:masterClrMapping/>
  </p:clrMapOvr>
</p:sld>
</file>

<file path=ppt/theme/theme1.xml><?xml version="1.0" encoding="utf-8"?>
<a:theme xmlns:a="http://schemas.openxmlformats.org/drawingml/2006/main" name="2007_Bayvi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yview">
      <a:majorFont>
        <a:latin typeface="HelveticaNeueLT Pro 65 Md"/>
        <a:ea typeface=""/>
        <a:cs typeface=""/>
      </a:majorFont>
      <a:minorFont>
        <a:latin typeface="HelveticaNeueLT Pro 65 M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007_Bayview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_Bayview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8D792CF04CA54485B181F999321BCE" ma:contentTypeVersion="16" ma:contentTypeDescription="Create a new document." ma:contentTypeScope="" ma:versionID="9ac8c3b5907b40fbd630024cb4ba69a0">
  <xsd:schema xmlns:xsd="http://www.w3.org/2001/XMLSchema" xmlns:xs="http://www.w3.org/2001/XMLSchema" xmlns:p="http://schemas.microsoft.com/office/2006/metadata/properties" xmlns:ns1="http://schemas.microsoft.com/sharepoint/v3" xmlns:ns2="6ca9bcb0-4efa-4f67-b784-6083b04a2a80" xmlns:ns3="22ea2f7b-fe6f-4cea-94a2-f8529ccdbcba" targetNamespace="http://schemas.microsoft.com/office/2006/metadata/properties" ma:root="true" ma:fieldsID="d8bdfdeb07682d2965917f44fb2e5030" ns1:_="" ns2:_="" ns3:_="">
    <xsd:import namespace="http://schemas.microsoft.com/sharepoint/v3"/>
    <xsd:import namespace="6ca9bcb0-4efa-4f67-b784-6083b04a2a80"/>
    <xsd:import namespace="22ea2f7b-fe6f-4cea-94a2-f8529ccdbc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a9bcb0-4efa-4f67-b784-6083b04a2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25646c8-beb0-4214-bb72-bcc2d6571c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a2f7b-fe6f-4cea-94a2-f8529ccdbcb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ca8da8-81b5-4e1f-b490-e5530d975492}" ma:internalName="TaxCatchAll" ma:showField="CatchAllData" ma:web="22ea2f7b-fe6f-4cea-94a2-f8529ccdbc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2ea2f7b-fe6f-4cea-94a2-f8529ccdbcba">
      <UserInfo>
        <DisplayName>Steve Rodriguez</DisplayName>
        <AccountId>13</AccountId>
        <AccountType/>
      </UserInfo>
      <UserInfo>
        <DisplayName>Arturo Perez</DisplayName>
        <AccountId>19</AccountId>
        <AccountType/>
      </UserInfo>
      <UserInfo>
        <DisplayName>Nate Wilkey</DisplayName>
        <AccountId>23</AccountId>
        <AccountType/>
      </UserInfo>
      <UserInfo>
        <DisplayName>SharingLinks.43505ca2-475f-464c-967a-dd51e076091a.Flexible.59cb768e-bd32-4026-ad33-ab67ae9711e7</DisplayName>
        <AccountId>24</AccountId>
        <AccountType/>
      </UserInfo>
      <UserInfo>
        <DisplayName>Limited Access System Group For List 6ca9bcb0-4efa-4f67-b784-6083b04a2a80</DisplayName>
        <AccountId>25</AccountId>
        <AccountType/>
      </UserInfo>
      <UserInfo>
        <DisplayName>Alexander Suarez</DisplayName>
        <AccountId>33</AccountId>
        <AccountType/>
      </UserInfo>
      <UserInfo>
        <DisplayName>Eddie Buitrago</DisplayName>
        <AccountId>38</AccountId>
        <AccountType/>
      </UserInfo>
      <UserInfo>
        <DisplayName>Richard O'Brien</DisplayName>
        <AccountId>41</AccountId>
        <AccountType/>
      </UserInfo>
      <UserInfo>
        <DisplayName>Snezhanna Marcano</DisplayName>
        <AccountId>17</AccountId>
        <AccountType/>
      </UserInfo>
      <UserInfo>
        <DisplayName>Carlos Longa</DisplayName>
        <AccountId>494</AccountId>
        <AccountType/>
      </UserInfo>
    </SharedWithUsers>
    <lcf76f155ced4ddcb4097134ff3c332f xmlns="6ca9bcb0-4efa-4f67-b784-6083b04a2a80">
      <Terms xmlns="http://schemas.microsoft.com/office/infopath/2007/PartnerControls"/>
    </lcf76f155ced4ddcb4097134ff3c332f>
    <TaxCatchAll xmlns="22ea2f7b-fe6f-4cea-94a2-f8529ccdbcb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CD8EF3-65FB-4A6D-9029-7BCB8F85C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ca9bcb0-4efa-4f67-b784-6083b04a2a80"/>
    <ds:schemaRef ds:uri="22ea2f7b-fe6f-4cea-94a2-f8529ccdbc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6EA1F8-3E0A-4E40-8734-0894C56E385A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6C153F97-6355-45EB-993A-4CD212C74417}">
  <ds:schemaRefs>
    <ds:schemaRef ds:uri="22ea2f7b-fe6f-4cea-94a2-f8529ccdbcba"/>
    <ds:schemaRef ds:uri="http://schemas.microsoft.com/office/2006/metadata/properties"/>
    <ds:schemaRef ds:uri="http://purl.org/dc/terms/"/>
    <ds:schemaRef ds:uri="http://purl.org/dc/dcmitype/"/>
    <ds:schemaRef ds:uri="6ca9bcb0-4efa-4f67-b784-6083b04a2a80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sharepoint/v3"/>
  </ds:schemaRefs>
</ds:datastoreItem>
</file>

<file path=customXml/itemProps4.xml><?xml version="1.0" encoding="utf-8"?>
<ds:datastoreItem xmlns:ds="http://schemas.openxmlformats.org/officeDocument/2006/customXml" ds:itemID="{02C09789-3378-4FA8-A6D3-F0B2F7EE8E8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27e0154-5da1-4a9f-a0dd-5cf024181008}" enabled="1" method="Privileged" siteId="{b69d2824-6a9f-4f56-8c46-af69a163f59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2007_Bayview</Template>
  <TotalTime>542</TotalTime>
  <Words>799</Words>
  <Application>Microsoft Office PowerPoint</Application>
  <PresentationFormat>Widescreen</PresentationFormat>
  <Paragraphs>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Century Gothic</vt:lpstr>
      <vt:lpstr>HelveticaNeueLT Pro 55 Roman</vt:lpstr>
      <vt:lpstr>HelveticaNeueLT Pro 65 Md</vt:lpstr>
      <vt:lpstr>Times New Roman</vt:lpstr>
      <vt:lpstr>Wingdings</vt:lpstr>
      <vt:lpstr>2007_Bayview</vt:lpstr>
      <vt:lpstr>Information Security Risk &amp; Compliance (ISRC) BloodHound at Bayview Henry Post - May 2026</vt:lpstr>
      <vt:lpstr>Meta slide</vt:lpstr>
      <vt:lpstr>What is BloodHound? 1</vt:lpstr>
      <vt:lpstr>What is BloodHound? 2: What have we done?</vt:lpstr>
      <vt:lpstr>What is BloodHound? 3: Stats?</vt:lpstr>
      <vt:lpstr>Neat, what else can BloodHound do?</vt:lpstr>
      <vt:lpstr>Neat, what else can BloodHound do? 2 – GitHound </vt:lpstr>
      <vt:lpstr>Neat, what else can BloodHound do? 3 – GitHound </vt:lpstr>
      <vt:lpstr>BloodHound: FAQ and Questions</vt:lpstr>
    </vt:vector>
  </TitlesOfParts>
  <Company>bftg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bftg</dc:creator>
  <cp:lastModifiedBy>Henry Post</cp:lastModifiedBy>
  <cp:revision>15</cp:revision>
  <dcterms:created xsi:type="dcterms:W3CDTF">2004-07-08T15:09:34Z</dcterms:created>
  <dcterms:modified xsi:type="dcterms:W3CDTF">2026-05-05T00:51:23Z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any">
    <vt:lpwstr>BAM</vt:lpwstr>
  </property>
  <property fmtid="{D5CDD505-2E9C-101B-9397-08002B2CF9AE}" pid="3" name="Order">
    <vt:lpwstr>100.000000000000</vt:lpwstr>
  </property>
  <property fmtid="{D5CDD505-2E9C-101B-9397-08002B2CF9AE}" pid="4" name="ContentTypeId">
    <vt:lpwstr>0x010100CB8D792CF04CA54485B181F999321BCE</vt:lpwstr>
  </property>
  <property fmtid="{D5CDD505-2E9C-101B-9397-08002B2CF9AE}" pid="5" name="MediaServiceImageTags">
    <vt:lpwstr/>
  </property>
</Properties>
</file>